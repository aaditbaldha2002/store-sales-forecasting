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9" r:id="rId6"/>
    <p:sldId id="261" r:id="rId7"/>
    <p:sldId id="262" r:id="rId8"/>
    <p:sldId id="270" r:id="rId9"/>
    <p:sldId id="271" r:id="rId10"/>
    <p:sldId id="263" r:id="rId11"/>
    <p:sldId id="272" r:id="rId12"/>
    <p:sldId id="273" r:id="rId13"/>
    <p:sldId id="274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6F7322-B207-43E9-9412-4A1637E3DE3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F64B591-7EEC-4C5B-9227-51B66924EF32}">
      <dgm:prSet/>
      <dgm:spPr/>
      <dgm:t>
        <a:bodyPr/>
        <a:lstStyle/>
        <a:p>
          <a:pPr>
            <a:defRPr cap="all"/>
          </a:pPr>
          <a:r>
            <a:rPr lang="en-IN"/>
            <a:t>Inability to anticipate demand spikes leading to last-minute operational decision making</a:t>
          </a:r>
          <a:endParaRPr lang="en-US"/>
        </a:p>
      </dgm:t>
    </dgm:pt>
    <dgm:pt modelId="{A12DC8E9-1138-440C-8277-A08699D8EF3C}" type="parTrans" cxnId="{A1E3747D-82D8-4C74-A2D3-F8CEEA7F7F9F}">
      <dgm:prSet/>
      <dgm:spPr/>
      <dgm:t>
        <a:bodyPr/>
        <a:lstStyle/>
        <a:p>
          <a:endParaRPr lang="en-US"/>
        </a:p>
      </dgm:t>
    </dgm:pt>
    <dgm:pt modelId="{146FBA10-5819-4B84-A255-B2EB484B898C}" type="sibTrans" cxnId="{A1E3747D-82D8-4C74-A2D3-F8CEEA7F7F9F}">
      <dgm:prSet/>
      <dgm:spPr/>
      <dgm:t>
        <a:bodyPr/>
        <a:lstStyle/>
        <a:p>
          <a:endParaRPr lang="en-US"/>
        </a:p>
      </dgm:t>
    </dgm:pt>
    <dgm:pt modelId="{D90C9A2E-4AE0-4BDD-8698-F5C7D4BB3B4D}">
      <dgm:prSet/>
      <dgm:spPr/>
      <dgm:t>
        <a:bodyPr/>
        <a:lstStyle/>
        <a:p>
          <a:pPr>
            <a:defRPr cap="all"/>
          </a:pPr>
          <a:r>
            <a:rPr lang="en-IN"/>
            <a:t>Revenue is lost during peak periods due to delayed staffing and Inventory decisions</a:t>
          </a:r>
          <a:endParaRPr lang="en-US"/>
        </a:p>
      </dgm:t>
    </dgm:pt>
    <dgm:pt modelId="{3903FB7C-CFD6-4FE9-8981-8A2A207886ED}" type="parTrans" cxnId="{C44B247B-090E-44B7-888E-2E9D485B6814}">
      <dgm:prSet/>
      <dgm:spPr/>
      <dgm:t>
        <a:bodyPr/>
        <a:lstStyle/>
        <a:p>
          <a:endParaRPr lang="en-US"/>
        </a:p>
      </dgm:t>
    </dgm:pt>
    <dgm:pt modelId="{E59D8544-5D20-4691-A023-62DB9BDB41DA}" type="sibTrans" cxnId="{C44B247B-090E-44B7-888E-2E9D485B6814}">
      <dgm:prSet/>
      <dgm:spPr/>
      <dgm:t>
        <a:bodyPr/>
        <a:lstStyle/>
        <a:p>
          <a:endParaRPr lang="en-US"/>
        </a:p>
      </dgm:t>
    </dgm:pt>
    <dgm:pt modelId="{BD98BC5C-5921-41AC-8E3B-8EFAF7116ABE}">
      <dgm:prSet/>
      <dgm:spPr/>
      <dgm:t>
        <a:bodyPr/>
        <a:lstStyle/>
        <a:p>
          <a:pPr>
            <a:defRPr cap="all"/>
          </a:pPr>
          <a:r>
            <a:rPr lang="en-IN" dirty="0"/>
            <a:t>Decision-making remains reactive, increasing risk and operational inefficiency</a:t>
          </a:r>
          <a:endParaRPr lang="en-US" dirty="0"/>
        </a:p>
      </dgm:t>
    </dgm:pt>
    <dgm:pt modelId="{19F3E4D4-3F95-4E72-BDA7-3F6B979F03DA}" type="parTrans" cxnId="{ED9B72D5-B30D-4F76-AE65-215EC7A5064A}">
      <dgm:prSet/>
      <dgm:spPr/>
      <dgm:t>
        <a:bodyPr/>
        <a:lstStyle/>
        <a:p>
          <a:endParaRPr lang="en-US"/>
        </a:p>
      </dgm:t>
    </dgm:pt>
    <dgm:pt modelId="{44C5AB17-B102-4BBC-938A-4046606531C8}" type="sibTrans" cxnId="{ED9B72D5-B30D-4F76-AE65-215EC7A5064A}">
      <dgm:prSet/>
      <dgm:spPr/>
      <dgm:t>
        <a:bodyPr/>
        <a:lstStyle/>
        <a:p>
          <a:endParaRPr lang="en-US"/>
        </a:p>
      </dgm:t>
    </dgm:pt>
    <dgm:pt modelId="{AD35A43F-4499-4D43-A87A-9949A98B067F}" type="pres">
      <dgm:prSet presAssocID="{826F7322-B207-43E9-9412-4A1637E3DE35}" presName="root" presStyleCnt="0">
        <dgm:presLayoutVars>
          <dgm:dir/>
          <dgm:resizeHandles val="exact"/>
        </dgm:presLayoutVars>
      </dgm:prSet>
      <dgm:spPr/>
    </dgm:pt>
    <dgm:pt modelId="{ECDCC6E8-2A63-4F3D-A119-73EF8DBE6197}" type="pres">
      <dgm:prSet presAssocID="{CF64B591-7EEC-4C5B-9227-51B66924EF32}" presName="compNode" presStyleCnt="0"/>
      <dgm:spPr/>
    </dgm:pt>
    <dgm:pt modelId="{DE9F5DAD-415D-4F70-85A6-6CC13EE7B9EF}" type="pres">
      <dgm:prSet presAssocID="{CF64B591-7EEC-4C5B-9227-51B66924EF32}" presName="iconBgRect" presStyleLbl="bgShp" presStyleIdx="0" presStyleCnt="3"/>
      <dgm:spPr/>
    </dgm:pt>
    <dgm:pt modelId="{510E4DA9-3CEA-4F7D-B7A2-85D7FD5E566A}" type="pres">
      <dgm:prSet presAssocID="{CF64B591-7EEC-4C5B-9227-51B66924EF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779B70B-53C4-4E06-B9CC-7DF115CAF781}" type="pres">
      <dgm:prSet presAssocID="{CF64B591-7EEC-4C5B-9227-51B66924EF32}" presName="spaceRect" presStyleCnt="0"/>
      <dgm:spPr/>
    </dgm:pt>
    <dgm:pt modelId="{E3AFBC42-6298-4587-B2A4-27157931E320}" type="pres">
      <dgm:prSet presAssocID="{CF64B591-7EEC-4C5B-9227-51B66924EF32}" presName="textRect" presStyleLbl="revTx" presStyleIdx="0" presStyleCnt="3">
        <dgm:presLayoutVars>
          <dgm:chMax val="1"/>
          <dgm:chPref val="1"/>
        </dgm:presLayoutVars>
      </dgm:prSet>
      <dgm:spPr/>
    </dgm:pt>
    <dgm:pt modelId="{DE63D6EF-DCBF-431B-ABD6-67880BF28CEF}" type="pres">
      <dgm:prSet presAssocID="{146FBA10-5819-4B84-A255-B2EB484B898C}" presName="sibTrans" presStyleCnt="0"/>
      <dgm:spPr/>
    </dgm:pt>
    <dgm:pt modelId="{05A1F8D6-0A9B-4439-9E97-3F82FFFC058B}" type="pres">
      <dgm:prSet presAssocID="{D90C9A2E-4AE0-4BDD-8698-F5C7D4BB3B4D}" presName="compNode" presStyleCnt="0"/>
      <dgm:spPr/>
    </dgm:pt>
    <dgm:pt modelId="{4A545612-48BC-4720-8EDD-58FE7F0347AC}" type="pres">
      <dgm:prSet presAssocID="{D90C9A2E-4AE0-4BDD-8698-F5C7D4BB3B4D}" presName="iconBgRect" presStyleLbl="bgShp" presStyleIdx="1" presStyleCnt="3"/>
      <dgm:spPr/>
    </dgm:pt>
    <dgm:pt modelId="{F1BE0630-D83E-43EC-AF4F-8D77AABC479B}" type="pres">
      <dgm:prSet presAssocID="{D90C9A2E-4AE0-4BDD-8698-F5C7D4BB3B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5DEB6DA2-11C5-414E-A032-A862C345C227}" type="pres">
      <dgm:prSet presAssocID="{D90C9A2E-4AE0-4BDD-8698-F5C7D4BB3B4D}" presName="spaceRect" presStyleCnt="0"/>
      <dgm:spPr/>
    </dgm:pt>
    <dgm:pt modelId="{5742A7CE-B415-450A-A6AF-A4F07C29B1D0}" type="pres">
      <dgm:prSet presAssocID="{D90C9A2E-4AE0-4BDD-8698-F5C7D4BB3B4D}" presName="textRect" presStyleLbl="revTx" presStyleIdx="1" presStyleCnt="3">
        <dgm:presLayoutVars>
          <dgm:chMax val="1"/>
          <dgm:chPref val="1"/>
        </dgm:presLayoutVars>
      </dgm:prSet>
      <dgm:spPr/>
    </dgm:pt>
    <dgm:pt modelId="{05A96DE6-B181-4AB9-BD2C-B6AC50E150E6}" type="pres">
      <dgm:prSet presAssocID="{E59D8544-5D20-4691-A023-62DB9BDB41DA}" presName="sibTrans" presStyleCnt="0"/>
      <dgm:spPr/>
    </dgm:pt>
    <dgm:pt modelId="{2920C396-E5B2-49F3-82BC-EC8C43300CFC}" type="pres">
      <dgm:prSet presAssocID="{BD98BC5C-5921-41AC-8E3B-8EFAF7116ABE}" presName="compNode" presStyleCnt="0"/>
      <dgm:spPr/>
    </dgm:pt>
    <dgm:pt modelId="{E0EC5B8B-A666-4E42-8015-0FEBA6C2F3A3}" type="pres">
      <dgm:prSet presAssocID="{BD98BC5C-5921-41AC-8E3B-8EFAF7116ABE}" presName="iconBgRect" presStyleLbl="bgShp" presStyleIdx="2" presStyleCnt="3"/>
      <dgm:spPr/>
    </dgm:pt>
    <dgm:pt modelId="{47F849F0-A4D8-47E4-99BA-E50C75FD4FD2}" type="pres">
      <dgm:prSet presAssocID="{BD98BC5C-5921-41AC-8E3B-8EFAF7116A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DE0112-9B53-412E-9850-1C668EF14265}" type="pres">
      <dgm:prSet presAssocID="{BD98BC5C-5921-41AC-8E3B-8EFAF7116ABE}" presName="spaceRect" presStyleCnt="0"/>
      <dgm:spPr/>
    </dgm:pt>
    <dgm:pt modelId="{E1E4F387-6317-4EEF-8565-A44A8742431D}" type="pres">
      <dgm:prSet presAssocID="{BD98BC5C-5921-41AC-8E3B-8EFAF7116A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4D8D41F-14C3-4168-81D3-781F2A59DF13}" type="presOf" srcId="{BD98BC5C-5921-41AC-8E3B-8EFAF7116ABE}" destId="{E1E4F387-6317-4EEF-8565-A44A8742431D}" srcOrd="0" destOrd="0" presId="urn:microsoft.com/office/officeart/2018/5/layout/IconCircleLabelList"/>
    <dgm:cxn modelId="{34101D20-E6E8-4B96-83B6-0FBC1C3DAC18}" type="presOf" srcId="{826F7322-B207-43E9-9412-4A1637E3DE35}" destId="{AD35A43F-4499-4D43-A87A-9949A98B067F}" srcOrd="0" destOrd="0" presId="urn:microsoft.com/office/officeart/2018/5/layout/IconCircleLabelList"/>
    <dgm:cxn modelId="{5AEB2475-3F8B-4287-AA57-52E5992FAD12}" type="presOf" srcId="{CF64B591-7EEC-4C5B-9227-51B66924EF32}" destId="{E3AFBC42-6298-4587-B2A4-27157931E320}" srcOrd="0" destOrd="0" presId="urn:microsoft.com/office/officeart/2018/5/layout/IconCircleLabelList"/>
    <dgm:cxn modelId="{C44B247B-090E-44B7-888E-2E9D485B6814}" srcId="{826F7322-B207-43E9-9412-4A1637E3DE35}" destId="{D90C9A2E-4AE0-4BDD-8698-F5C7D4BB3B4D}" srcOrd="1" destOrd="0" parTransId="{3903FB7C-CFD6-4FE9-8981-8A2A207886ED}" sibTransId="{E59D8544-5D20-4691-A023-62DB9BDB41DA}"/>
    <dgm:cxn modelId="{A1E3747D-82D8-4C74-A2D3-F8CEEA7F7F9F}" srcId="{826F7322-B207-43E9-9412-4A1637E3DE35}" destId="{CF64B591-7EEC-4C5B-9227-51B66924EF32}" srcOrd="0" destOrd="0" parTransId="{A12DC8E9-1138-440C-8277-A08699D8EF3C}" sibTransId="{146FBA10-5819-4B84-A255-B2EB484B898C}"/>
    <dgm:cxn modelId="{2F77939F-96E9-47E9-81F2-F662430BE42D}" type="presOf" srcId="{D90C9A2E-4AE0-4BDD-8698-F5C7D4BB3B4D}" destId="{5742A7CE-B415-450A-A6AF-A4F07C29B1D0}" srcOrd="0" destOrd="0" presId="urn:microsoft.com/office/officeart/2018/5/layout/IconCircleLabelList"/>
    <dgm:cxn modelId="{ED9B72D5-B30D-4F76-AE65-215EC7A5064A}" srcId="{826F7322-B207-43E9-9412-4A1637E3DE35}" destId="{BD98BC5C-5921-41AC-8E3B-8EFAF7116ABE}" srcOrd="2" destOrd="0" parTransId="{19F3E4D4-3F95-4E72-BDA7-3F6B979F03DA}" sibTransId="{44C5AB17-B102-4BBC-938A-4046606531C8}"/>
    <dgm:cxn modelId="{773E339E-2154-4072-A14D-063A42AE7F5C}" type="presParOf" srcId="{AD35A43F-4499-4D43-A87A-9949A98B067F}" destId="{ECDCC6E8-2A63-4F3D-A119-73EF8DBE6197}" srcOrd="0" destOrd="0" presId="urn:microsoft.com/office/officeart/2018/5/layout/IconCircleLabelList"/>
    <dgm:cxn modelId="{290FB825-8BC6-4CDE-8A1B-22D94AF7F6FC}" type="presParOf" srcId="{ECDCC6E8-2A63-4F3D-A119-73EF8DBE6197}" destId="{DE9F5DAD-415D-4F70-85A6-6CC13EE7B9EF}" srcOrd="0" destOrd="0" presId="urn:microsoft.com/office/officeart/2018/5/layout/IconCircleLabelList"/>
    <dgm:cxn modelId="{4AF8EC57-17BA-4836-AB05-E4D32D58FABD}" type="presParOf" srcId="{ECDCC6E8-2A63-4F3D-A119-73EF8DBE6197}" destId="{510E4DA9-3CEA-4F7D-B7A2-85D7FD5E566A}" srcOrd="1" destOrd="0" presId="urn:microsoft.com/office/officeart/2018/5/layout/IconCircleLabelList"/>
    <dgm:cxn modelId="{85E8432C-4C3B-40F5-B53F-8E07A319EA13}" type="presParOf" srcId="{ECDCC6E8-2A63-4F3D-A119-73EF8DBE6197}" destId="{6779B70B-53C4-4E06-B9CC-7DF115CAF781}" srcOrd="2" destOrd="0" presId="urn:microsoft.com/office/officeart/2018/5/layout/IconCircleLabelList"/>
    <dgm:cxn modelId="{B1B4DE68-6829-4B43-99C9-9C91EDA55FE8}" type="presParOf" srcId="{ECDCC6E8-2A63-4F3D-A119-73EF8DBE6197}" destId="{E3AFBC42-6298-4587-B2A4-27157931E320}" srcOrd="3" destOrd="0" presId="urn:microsoft.com/office/officeart/2018/5/layout/IconCircleLabelList"/>
    <dgm:cxn modelId="{24E93DD8-CE90-43C3-A7CF-5A5E15DE867B}" type="presParOf" srcId="{AD35A43F-4499-4D43-A87A-9949A98B067F}" destId="{DE63D6EF-DCBF-431B-ABD6-67880BF28CEF}" srcOrd="1" destOrd="0" presId="urn:microsoft.com/office/officeart/2018/5/layout/IconCircleLabelList"/>
    <dgm:cxn modelId="{2660A2C1-7A78-46B7-89E2-137C64C678EF}" type="presParOf" srcId="{AD35A43F-4499-4D43-A87A-9949A98B067F}" destId="{05A1F8D6-0A9B-4439-9E97-3F82FFFC058B}" srcOrd="2" destOrd="0" presId="urn:microsoft.com/office/officeart/2018/5/layout/IconCircleLabelList"/>
    <dgm:cxn modelId="{466A4328-4604-4565-82AC-F43900F8794E}" type="presParOf" srcId="{05A1F8D6-0A9B-4439-9E97-3F82FFFC058B}" destId="{4A545612-48BC-4720-8EDD-58FE7F0347AC}" srcOrd="0" destOrd="0" presId="urn:microsoft.com/office/officeart/2018/5/layout/IconCircleLabelList"/>
    <dgm:cxn modelId="{098D65A8-8AD9-4E36-96FC-805830A23D14}" type="presParOf" srcId="{05A1F8D6-0A9B-4439-9E97-3F82FFFC058B}" destId="{F1BE0630-D83E-43EC-AF4F-8D77AABC479B}" srcOrd="1" destOrd="0" presId="urn:microsoft.com/office/officeart/2018/5/layout/IconCircleLabelList"/>
    <dgm:cxn modelId="{A1FCC52D-21A5-4660-A9E2-08C17AD472A4}" type="presParOf" srcId="{05A1F8D6-0A9B-4439-9E97-3F82FFFC058B}" destId="{5DEB6DA2-11C5-414E-A032-A862C345C227}" srcOrd="2" destOrd="0" presId="urn:microsoft.com/office/officeart/2018/5/layout/IconCircleLabelList"/>
    <dgm:cxn modelId="{36974851-324F-4F43-B6A2-E327AFFA4143}" type="presParOf" srcId="{05A1F8D6-0A9B-4439-9E97-3F82FFFC058B}" destId="{5742A7CE-B415-450A-A6AF-A4F07C29B1D0}" srcOrd="3" destOrd="0" presId="urn:microsoft.com/office/officeart/2018/5/layout/IconCircleLabelList"/>
    <dgm:cxn modelId="{CB593332-5EBC-4F6A-8CE0-D14B21A8D999}" type="presParOf" srcId="{AD35A43F-4499-4D43-A87A-9949A98B067F}" destId="{05A96DE6-B181-4AB9-BD2C-B6AC50E150E6}" srcOrd="3" destOrd="0" presId="urn:microsoft.com/office/officeart/2018/5/layout/IconCircleLabelList"/>
    <dgm:cxn modelId="{84B0FAC5-6DEF-4060-9321-CA50AE9969F9}" type="presParOf" srcId="{AD35A43F-4499-4D43-A87A-9949A98B067F}" destId="{2920C396-E5B2-49F3-82BC-EC8C43300CFC}" srcOrd="4" destOrd="0" presId="urn:microsoft.com/office/officeart/2018/5/layout/IconCircleLabelList"/>
    <dgm:cxn modelId="{82A97725-3FB6-4AE3-A268-C079BC1E621E}" type="presParOf" srcId="{2920C396-E5B2-49F3-82BC-EC8C43300CFC}" destId="{E0EC5B8B-A666-4E42-8015-0FEBA6C2F3A3}" srcOrd="0" destOrd="0" presId="urn:microsoft.com/office/officeart/2018/5/layout/IconCircleLabelList"/>
    <dgm:cxn modelId="{13823DED-AD95-43FC-AD98-68162710AF1A}" type="presParOf" srcId="{2920C396-E5B2-49F3-82BC-EC8C43300CFC}" destId="{47F849F0-A4D8-47E4-99BA-E50C75FD4FD2}" srcOrd="1" destOrd="0" presId="urn:microsoft.com/office/officeart/2018/5/layout/IconCircleLabelList"/>
    <dgm:cxn modelId="{7B057022-E7A0-4A3E-8BC8-4F8791CEBC5A}" type="presParOf" srcId="{2920C396-E5B2-49F3-82BC-EC8C43300CFC}" destId="{41DE0112-9B53-412E-9850-1C668EF14265}" srcOrd="2" destOrd="0" presId="urn:microsoft.com/office/officeart/2018/5/layout/IconCircleLabelList"/>
    <dgm:cxn modelId="{92868FD0-D7E5-490D-84B6-9638A448A6D0}" type="presParOf" srcId="{2920C396-E5B2-49F3-82BC-EC8C43300CFC}" destId="{E1E4F387-6317-4EEF-8565-A44A874243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118751-7536-4E41-BF21-856DD132F2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BA3DA79-C244-474F-AE49-280F190F3FAF}">
      <dgm:prSet/>
      <dgm:spPr/>
      <dgm:t>
        <a:bodyPr/>
        <a:lstStyle/>
        <a:p>
          <a:r>
            <a:rPr lang="en-IN"/>
            <a:t>Enable proactive data-driven retail operation by accurately forecasting demand at the store-department level allowing the business to anticipate sales spikes optimize staffing and inventory decisions, and maximize revenue and profit during peak and holiday periods.</a:t>
          </a:r>
          <a:endParaRPr lang="en-US"/>
        </a:p>
      </dgm:t>
    </dgm:pt>
    <dgm:pt modelId="{E6F07B0B-1274-4CFA-80FF-654E3590C13D}" type="parTrans" cxnId="{108AA448-A81C-48D2-B53B-6EE612583409}">
      <dgm:prSet/>
      <dgm:spPr/>
      <dgm:t>
        <a:bodyPr/>
        <a:lstStyle/>
        <a:p>
          <a:endParaRPr lang="en-US"/>
        </a:p>
      </dgm:t>
    </dgm:pt>
    <dgm:pt modelId="{0D6DFF16-528A-49C6-9431-2FFFA1572856}" type="sibTrans" cxnId="{108AA448-A81C-48D2-B53B-6EE612583409}">
      <dgm:prSet/>
      <dgm:spPr/>
      <dgm:t>
        <a:bodyPr/>
        <a:lstStyle/>
        <a:p>
          <a:endParaRPr lang="en-US"/>
        </a:p>
      </dgm:t>
    </dgm:pt>
    <dgm:pt modelId="{970A86BC-F344-4937-8B54-C5D206728980}">
      <dgm:prSet/>
      <dgm:spPr/>
      <dgm:t>
        <a:bodyPr/>
        <a:lstStyle/>
        <a:p>
          <a:r>
            <a:rPr lang="en-IN"/>
            <a:t>Forecast accuracy improvements, lost sales reduction, reactive action reduction, forecast adoption rate.</a:t>
          </a:r>
          <a:endParaRPr lang="en-US"/>
        </a:p>
      </dgm:t>
    </dgm:pt>
    <dgm:pt modelId="{7818CD37-9430-4A87-B96A-EEADB97E7F54}" type="parTrans" cxnId="{669A8236-FD5F-45AB-BAC6-E6C1147F004C}">
      <dgm:prSet/>
      <dgm:spPr/>
      <dgm:t>
        <a:bodyPr/>
        <a:lstStyle/>
        <a:p>
          <a:endParaRPr lang="en-US"/>
        </a:p>
      </dgm:t>
    </dgm:pt>
    <dgm:pt modelId="{21B17B23-EEDB-459C-AFFE-F000A80DC091}" type="sibTrans" cxnId="{669A8236-FD5F-45AB-BAC6-E6C1147F004C}">
      <dgm:prSet/>
      <dgm:spPr/>
      <dgm:t>
        <a:bodyPr/>
        <a:lstStyle/>
        <a:p>
          <a:endParaRPr lang="en-US"/>
        </a:p>
      </dgm:t>
    </dgm:pt>
    <dgm:pt modelId="{5BAD6473-D085-4DCF-8327-42EF6AD8F9B6}" type="pres">
      <dgm:prSet presAssocID="{02118751-7536-4E41-BF21-856DD132F2F5}" presName="root" presStyleCnt="0">
        <dgm:presLayoutVars>
          <dgm:dir/>
          <dgm:resizeHandles val="exact"/>
        </dgm:presLayoutVars>
      </dgm:prSet>
      <dgm:spPr/>
    </dgm:pt>
    <dgm:pt modelId="{D94A0472-5A6E-4355-9A89-1A0FB6F9F6BB}" type="pres">
      <dgm:prSet presAssocID="{6BA3DA79-C244-474F-AE49-280F190F3FAF}" presName="compNode" presStyleCnt="0"/>
      <dgm:spPr/>
    </dgm:pt>
    <dgm:pt modelId="{CFB649DA-DC92-462A-AC20-748C61DF5645}" type="pres">
      <dgm:prSet presAssocID="{6BA3DA79-C244-474F-AE49-280F190F3FAF}" presName="bgRect" presStyleLbl="bgShp" presStyleIdx="0" presStyleCnt="2"/>
      <dgm:spPr/>
    </dgm:pt>
    <dgm:pt modelId="{AD7C138F-F50B-4253-A894-674CC670209C}" type="pres">
      <dgm:prSet presAssocID="{6BA3DA79-C244-474F-AE49-280F190F3F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E53909A-D5E2-452D-8DB9-5927D8855934}" type="pres">
      <dgm:prSet presAssocID="{6BA3DA79-C244-474F-AE49-280F190F3FAF}" presName="spaceRect" presStyleCnt="0"/>
      <dgm:spPr/>
    </dgm:pt>
    <dgm:pt modelId="{35ACE5DB-32EF-4D40-8603-3DEDCBEAB59A}" type="pres">
      <dgm:prSet presAssocID="{6BA3DA79-C244-474F-AE49-280F190F3FAF}" presName="parTx" presStyleLbl="revTx" presStyleIdx="0" presStyleCnt="2">
        <dgm:presLayoutVars>
          <dgm:chMax val="0"/>
          <dgm:chPref val="0"/>
        </dgm:presLayoutVars>
      </dgm:prSet>
      <dgm:spPr/>
    </dgm:pt>
    <dgm:pt modelId="{BA24F114-5B06-4CA1-82E6-8854C98C9AD2}" type="pres">
      <dgm:prSet presAssocID="{0D6DFF16-528A-49C6-9431-2FFFA1572856}" presName="sibTrans" presStyleCnt="0"/>
      <dgm:spPr/>
    </dgm:pt>
    <dgm:pt modelId="{40D37B70-8467-4F2A-A6E6-2F87D4EBD5BD}" type="pres">
      <dgm:prSet presAssocID="{970A86BC-F344-4937-8B54-C5D206728980}" presName="compNode" presStyleCnt="0"/>
      <dgm:spPr/>
    </dgm:pt>
    <dgm:pt modelId="{6635A1C2-61A8-46D2-B5CA-A61ACD064AC6}" type="pres">
      <dgm:prSet presAssocID="{970A86BC-F344-4937-8B54-C5D206728980}" presName="bgRect" presStyleLbl="bgShp" presStyleIdx="1" presStyleCnt="2"/>
      <dgm:spPr/>
    </dgm:pt>
    <dgm:pt modelId="{E9B013B2-30C7-474B-8C75-E8C11EBB1487}" type="pres">
      <dgm:prSet presAssocID="{970A86BC-F344-4937-8B54-C5D2067289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35027F6-B9A1-44CF-BBA0-B569B7C4EA42}" type="pres">
      <dgm:prSet presAssocID="{970A86BC-F344-4937-8B54-C5D206728980}" presName="spaceRect" presStyleCnt="0"/>
      <dgm:spPr/>
    </dgm:pt>
    <dgm:pt modelId="{409321C9-4E7A-41CB-9302-AE06A7D80011}" type="pres">
      <dgm:prSet presAssocID="{970A86BC-F344-4937-8B54-C5D20672898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7025336-AF8D-47DC-89BC-C7761A46387F}" type="presOf" srcId="{6BA3DA79-C244-474F-AE49-280F190F3FAF}" destId="{35ACE5DB-32EF-4D40-8603-3DEDCBEAB59A}" srcOrd="0" destOrd="0" presId="urn:microsoft.com/office/officeart/2018/2/layout/IconVerticalSolidList"/>
    <dgm:cxn modelId="{669A8236-FD5F-45AB-BAC6-E6C1147F004C}" srcId="{02118751-7536-4E41-BF21-856DD132F2F5}" destId="{970A86BC-F344-4937-8B54-C5D206728980}" srcOrd="1" destOrd="0" parTransId="{7818CD37-9430-4A87-B96A-EEADB97E7F54}" sibTransId="{21B17B23-EEDB-459C-AFFE-F000A80DC091}"/>
    <dgm:cxn modelId="{CEA00460-EA32-4932-982A-F74DE7A3A9CB}" type="presOf" srcId="{02118751-7536-4E41-BF21-856DD132F2F5}" destId="{5BAD6473-D085-4DCF-8327-42EF6AD8F9B6}" srcOrd="0" destOrd="0" presId="urn:microsoft.com/office/officeart/2018/2/layout/IconVerticalSolidList"/>
    <dgm:cxn modelId="{108AA448-A81C-48D2-B53B-6EE612583409}" srcId="{02118751-7536-4E41-BF21-856DD132F2F5}" destId="{6BA3DA79-C244-474F-AE49-280F190F3FAF}" srcOrd="0" destOrd="0" parTransId="{E6F07B0B-1274-4CFA-80FF-654E3590C13D}" sibTransId="{0D6DFF16-528A-49C6-9431-2FFFA1572856}"/>
    <dgm:cxn modelId="{4047E2A2-1B15-4650-AE0A-318A5C61ED1F}" type="presOf" srcId="{970A86BC-F344-4937-8B54-C5D206728980}" destId="{409321C9-4E7A-41CB-9302-AE06A7D80011}" srcOrd="0" destOrd="0" presId="urn:microsoft.com/office/officeart/2018/2/layout/IconVerticalSolidList"/>
    <dgm:cxn modelId="{A033F879-BCEC-4AD0-8114-FA54F6276268}" type="presParOf" srcId="{5BAD6473-D085-4DCF-8327-42EF6AD8F9B6}" destId="{D94A0472-5A6E-4355-9A89-1A0FB6F9F6BB}" srcOrd="0" destOrd="0" presId="urn:microsoft.com/office/officeart/2018/2/layout/IconVerticalSolidList"/>
    <dgm:cxn modelId="{DF4F61A3-93FA-4190-8659-FB2EC5F43673}" type="presParOf" srcId="{D94A0472-5A6E-4355-9A89-1A0FB6F9F6BB}" destId="{CFB649DA-DC92-462A-AC20-748C61DF5645}" srcOrd="0" destOrd="0" presId="urn:microsoft.com/office/officeart/2018/2/layout/IconVerticalSolidList"/>
    <dgm:cxn modelId="{AA2B6A02-3588-4839-9E23-CC7F2F941A46}" type="presParOf" srcId="{D94A0472-5A6E-4355-9A89-1A0FB6F9F6BB}" destId="{AD7C138F-F50B-4253-A894-674CC670209C}" srcOrd="1" destOrd="0" presId="urn:microsoft.com/office/officeart/2018/2/layout/IconVerticalSolidList"/>
    <dgm:cxn modelId="{727B48CA-77A5-4A64-A6BA-2C10A6FD679B}" type="presParOf" srcId="{D94A0472-5A6E-4355-9A89-1A0FB6F9F6BB}" destId="{CE53909A-D5E2-452D-8DB9-5927D8855934}" srcOrd="2" destOrd="0" presId="urn:microsoft.com/office/officeart/2018/2/layout/IconVerticalSolidList"/>
    <dgm:cxn modelId="{79BEA12E-4716-4E77-AF46-1F3F5D985AA9}" type="presParOf" srcId="{D94A0472-5A6E-4355-9A89-1A0FB6F9F6BB}" destId="{35ACE5DB-32EF-4D40-8603-3DEDCBEAB59A}" srcOrd="3" destOrd="0" presId="urn:microsoft.com/office/officeart/2018/2/layout/IconVerticalSolidList"/>
    <dgm:cxn modelId="{0C46B7B7-8D6C-40CB-876A-2EF97C5AEFFD}" type="presParOf" srcId="{5BAD6473-D085-4DCF-8327-42EF6AD8F9B6}" destId="{BA24F114-5B06-4CA1-82E6-8854C98C9AD2}" srcOrd="1" destOrd="0" presId="urn:microsoft.com/office/officeart/2018/2/layout/IconVerticalSolidList"/>
    <dgm:cxn modelId="{A2FB4AE4-B9B0-42A6-948F-81B21FA4F13B}" type="presParOf" srcId="{5BAD6473-D085-4DCF-8327-42EF6AD8F9B6}" destId="{40D37B70-8467-4F2A-A6E6-2F87D4EBD5BD}" srcOrd="2" destOrd="0" presId="urn:microsoft.com/office/officeart/2018/2/layout/IconVerticalSolidList"/>
    <dgm:cxn modelId="{F16D2610-72C5-4CC3-83A8-3B73B115B1C2}" type="presParOf" srcId="{40D37B70-8467-4F2A-A6E6-2F87D4EBD5BD}" destId="{6635A1C2-61A8-46D2-B5CA-A61ACD064AC6}" srcOrd="0" destOrd="0" presId="urn:microsoft.com/office/officeart/2018/2/layout/IconVerticalSolidList"/>
    <dgm:cxn modelId="{5A4F9D86-B88A-4D40-933E-A8434EB1AE22}" type="presParOf" srcId="{40D37B70-8467-4F2A-A6E6-2F87D4EBD5BD}" destId="{E9B013B2-30C7-474B-8C75-E8C11EBB1487}" srcOrd="1" destOrd="0" presId="urn:microsoft.com/office/officeart/2018/2/layout/IconVerticalSolidList"/>
    <dgm:cxn modelId="{ED71B29B-4B5D-47C0-BA35-A48344248680}" type="presParOf" srcId="{40D37B70-8467-4F2A-A6E6-2F87D4EBD5BD}" destId="{935027F6-B9A1-44CF-BBA0-B569B7C4EA42}" srcOrd="2" destOrd="0" presId="urn:microsoft.com/office/officeart/2018/2/layout/IconVerticalSolidList"/>
    <dgm:cxn modelId="{9C199437-68D4-488B-A879-B2E3BB3A2236}" type="presParOf" srcId="{40D37B70-8467-4F2A-A6E6-2F87D4EBD5BD}" destId="{409321C9-4E7A-41CB-9302-AE06A7D800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39D1FC-BADF-4579-97FB-19204CB406D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3E40047-CF20-43FD-88BE-3615F0E5AC49}">
      <dgm:prSet/>
      <dgm:spPr/>
      <dgm:t>
        <a:bodyPr/>
        <a:lstStyle/>
        <a:p>
          <a:r>
            <a:rPr lang="en-IN"/>
            <a:t>Forecast Accuracy requirements: 85% or above</a:t>
          </a:r>
          <a:endParaRPr lang="en-US"/>
        </a:p>
      </dgm:t>
    </dgm:pt>
    <dgm:pt modelId="{3E79028B-9CE7-4E83-AAC1-E95C02B78C62}" type="parTrans" cxnId="{EA692D7D-A8ED-435E-ADD8-96D7BF1E3853}">
      <dgm:prSet/>
      <dgm:spPr/>
      <dgm:t>
        <a:bodyPr/>
        <a:lstStyle/>
        <a:p>
          <a:endParaRPr lang="en-US"/>
        </a:p>
      </dgm:t>
    </dgm:pt>
    <dgm:pt modelId="{181F4042-3F52-4478-ADD2-C82B68D07DE0}" type="sibTrans" cxnId="{EA692D7D-A8ED-435E-ADD8-96D7BF1E3853}">
      <dgm:prSet/>
      <dgm:spPr/>
      <dgm:t>
        <a:bodyPr/>
        <a:lstStyle/>
        <a:p>
          <a:endParaRPr lang="en-US"/>
        </a:p>
      </dgm:t>
    </dgm:pt>
    <dgm:pt modelId="{2A60DDED-37BF-405A-A479-AC84002DA2EE}">
      <dgm:prSet/>
      <dgm:spPr/>
      <dgm:t>
        <a:bodyPr/>
        <a:lstStyle/>
        <a:p>
          <a:r>
            <a:rPr lang="en-IN"/>
            <a:t>Metric of evaluation: MAPE (Mean Average Precision Error)</a:t>
          </a:r>
          <a:endParaRPr lang="en-US"/>
        </a:p>
      </dgm:t>
    </dgm:pt>
    <dgm:pt modelId="{1F328B7E-B1C8-4CDE-B723-CE272535FA2B}" type="parTrans" cxnId="{607740FC-CF46-4636-8B60-D66070840D70}">
      <dgm:prSet/>
      <dgm:spPr/>
      <dgm:t>
        <a:bodyPr/>
        <a:lstStyle/>
        <a:p>
          <a:endParaRPr lang="en-US"/>
        </a:p>
      </dgm:t>
    </dgm:pt>
    <dgm:pt modelId="{92541DBA-1025-4852-80ED-7F3FA29639B9}" type="sibTrans" cxnId="{607740FC-CF46-4636-8B60-D66070840D70}">
      <dgm:prSet/>
      <dgm:spPr/>
      <dgm:t>
        <a:bodyPr/>
        <a:lstStyle/>
        <a:p>
          <a:endParaRPr lang="en-US"/>
        </a:p>
      </dgm:t>
    </dgm:pt>
    <dgm:pt modelId="{9C2AF299-4B6A-48C6-B725-31196DE061F1}">
      <dgm:prSet/>
      <dgm:spPr/>
      <dgm:t>
        <a:bodyPr/>
        <a:lstStyle/>
        <a:p>
          <a:r>
            <a:rPr lang="en-IN" dirty="0"/>
            <a:t>Lost Sales reduction: Decrease lost sales during peak periods by 15 to 20%</a:t>
          </a:r>
          <a:endParaRPr lang="en-US" dirty="0"/>
        </a:p>
      </dgm:t>
    </dgm:pt>
    <dgm:pt modelId="{D7A166B7-55E1-491D-B527-4189437FB7CD}" type="parTrans" cxnId="{4E7A0C3D-65D2-4637-9725-689A99E74693}">
      <dgm:prSet/>
      <dgm:spPr/>
      <dgm:t>
        <a:bodyPr/>
        <a:lstStyle/>
        <a:p>
          <a:endParaRPr lang="en-US"/>
        </a:p>
      </dgm:t>
    </dgm:pt>
    <dgm:pt modelId="{568365AF-47CB-43BC-A0CB-F8099CAD619A}" type="sibTrans" cxnId="{4E7A0C3D-65D2-4637-9725-689A99E74693}">
      <dgm:prSet/>
      <dgm:spPr/>
      <dgm:t>
        <a:bodyPr/>
        <a:lstStyle/>
        <a:p>
          <a:endParaRPr lang="en-US"/>
        </a:p>
      </dgm:t>
    </dgm:pt>
    <dgm:pt modelId="{60F193E1-236C-4D9C-8339-369C3C7E688C}">
      <dgm:prSet/>
      <dgm:spPr/>
      <dgm:t>
        <a:bodyPr/>
        <a:lstStyle/>
        <a:p>
          <a:r>
            <a:rPr lang="en-IN"/>
            <a:t>Reaction Decision reduction: reduce last-minute operational decision makings by 15%</a:t>
          </a:r>
          <a:endParaRPr lang="en-US"/>
        </a:p>
      </dgm:t>
    </dgm:pt>
    <dgm:pt modelId="{AB352F1B-D056-48E1-AAED-CBC4CC7CCE88}" type="parTrans" cxnId="{A0B4B046-9A4E-4030-AC0E-E848AB3AB68E}">
      <dgm:prSet/>
      <dgm:spPr/>
      <dgm:t>
        <a:bodyPr/>
        <a:lstStyle/>
        <a:p>
          <a:endParaRPr lang="en-US"/>
        </a:p>
      </dgm:t>
    </dgm:pt>
    <dgm:pt modelId="{79EB6EFF-3390-44FD-88EF-7A3EDC1D7346}" type="sibTrans" cxnId="{A0B4B046-9A4E-4030-AC0E-E848AB3AB68E}">
      <dgm:prSet/>
      <dgm:spPr/>
      <dgm:t>
        <a:bodyPr/>
        <a:lstStyle/>
        <a:p>
          <a:endParaRPr lang="en-US"/>
        </a:p>
      </dgm:t>
    </dgm:pt>
    <dgm:pt modelId="{DF478618-D350-4071-A295-63E5C4D0BB62}" type="pres">
      <dgm:prSet presAssocID="{7039D1FC-BADF-4579-97FB-19204CB406DE}" presName="diagram" presStyleCnt="0">
        <dgm:presLayoutVars>
          <dgm:dir/>
          <dgm:resizeHandles val="exact"/>
        </dgm:presLayoutVars>
      </dgm:prSet>
      <dgm:spPr/>
    </dgm:pt>
    <dgm:pt modelId="{08879C28-AEAA-480B-9C0C-F4EC29F12203}" type="pres">
      <dgm:prSet presAssocID="{D3E40047-CF20-43FD-88BE-3615F0E5AC49}" presName="node" presStyleLbl="node1" presStyleIdx="0" presStyleCnt="4">
        <dgm:presLayoutVars>
          <dgm:bulletEnabled val="1"/>
        </dgm:presLayoutVars>
      </dgm:prSet>
      <dgm:spPr/>
    </dgm:pt>
    <dgm:pt modelId="{ABCE1A80-F26E-4CB8-ADC3-342392154D32}" type="pres">
      <dgm:prSet presAssocID="{181F4042-3F52-4478-ADD2-C82B68D07DE0}" presName="sibTrans" presStyleCnt="0"/>
      <dgm:spPr/>
    </dgm:pt>
    <dgm:pt modelId="{E30B2E64-49EC-4111-8A55-BAB4FA20BA50}" type="pres">
      <dgm:prSet presAssocID="{2A60DDED-37BF-405A-A479-AC84002DA2EE}" presName="node" presStyleLbl="node1" presStyleIdx="1" presStyleCnt="4">
        <dgm:presLayoutVars>
          <dgm:bulletEnabled val="1"/>
        </dgm:presLayoutVars>
      </dgm:prSet>
      <dgm:spPr/>
    </dgm:pt>
    <dgm:pt modelId="{0FFF628F-6297-40E8-BB43-CF4E86DC3A50}" type="pres">
      <dgm:prSet presAssocID="{92541DBA-1025-4852-80ED-7F3FA29639B9}" presName="sibTrans" presStyleCnt="0"/>
      <dgm:spPr/>
    </dgm:pt>
    <dgm:pt modelId="{7A321A5B-60F7-4943-8E12-D24DD946923D}" type="pres">
      <dgm:prSet presAssocID="{9C2AF299-4B6A-48C6-B725-31196DE061F1}" presName="node" presStyleLbl="node1" presStyleIdx="2" presStyleCnt="4">
        <dgm:presLayoutVars>
          <dgm:bulletEnabled val="1"/>
        </dgm:presLayoutVars>
      </dgm:prSet>
      <dgm:spPr/>
    </dgm:pt>
    <dgm:pt modelId="{75366D87-1626-4361-A56C-41293E5DF6C5}" type="pres">
      <dgm:prSet presAssocID="{568365AF-47CB-43BC-A0CB-F8099CAD619A}" presName="sibTrans" presStyleCnt="0"/>
      <dgm:spPr/>
    </dgm:pt>
    <dgm:pt modelId="{F31B60C0-8E5B-4462-9A44-1DCB71DA15BA}" type="pres">
      <dgm:prSet presAssocID="{60F193E1-236C-4D9C-8339-369C3C7E688C}" presName="node" presStyleLbl="node1" presStyleIdx="3" presStyleCnt="4">
        <dgm:presLayoutVars>
          <dgm:bulletEnabled val="1"/>
        </dgm:presLayoutVars>
      </dgm:prSet>
      <dgm:spPr/>
    </dgm:pt>
  </dgm:ptLst>
  <dgm:cxnLst>
    <dgm:cxn modelId="{26A6AF2B-3B1F-4D8D-ABB1-7B3D266077E1}" type="presOf" srcId="{9C2AF299-4B6A-48C6-B725-31196DE061F1}" destId="{7A321A5B-60F7-4943-8E12-D24DD946923D}" srcOrd="0" destOrd="0" presId="urn:microsoft.com/office/officeart/2005/8/layout/default"/>
    <dgm:cxn modelId="{4E7A0C3D-65D2-4637-9725-689A99E74693}" srcId="{7039D1FC-BADF-4579-97FB-19204CB406DE}" destId="{9C2AF299-4B6A-48C6-B725-31196DE061F1}" srcOrd="2" destOrd="0" parTransId="{D7A166B7-55E1-491D-B527-4189437FB7CD}" sibTransId="{568365AF-47CB-43BC-A0CB-F8099CAD619A}"/>
    <dgm:cxn modelId="{A0B4B046-9A4E-4030-AC0E-E848AB3AB68E}" srcId="{7039D1FC-BADF-4579-97FB-19204CB406DE}" destId="{60F193E1-236C-4D9C-8339-369C3C7E688C}" srcOrd="3" destOrd="0" parTransId="{AB352F1B-D056-48E1-AAED-CBC4CC7CCE88}" sibTransId="{79EB6EFF-3390-44FD-88EF-7A3EDC1D7346}"/>
    <dgm:cxn modelId="{BB520169-B09A-432B-8839-BFE204F2456D}" type="presOf" srcId="{D3E40047-CF20-43FD-88BE-3615F0E5AC49}" destId="{08879C28-AEAA-480B-9C0C-F4EC29F12203}" srcOrd="0" destOrd="0" presId="urn:microsoft.com/office/officeart/2005/8/layout/default"/>
    <dgm:cxn modelId="{EA692D7D-A8ED-435E-ADD8-96D7BF1E3853}" srcId="{7039D1FC-BADF-4579-97FB-19204CB406DE}" destId="{D3E40047-CF20-43FD-88BE-3615F0E5AC49}" srcOrd="0" destOrd="0" parTransId="{3E79028B-9CE7-4E83-AAC1-E95C02B78C62}" sibTransId="{181F4042-3F52-4478-ADD2-C82B68D07DE0}"/>
    <dgm:cxn modelId="{395298BF-28C4-44AC-A73B-5A2E1F519C17}" type="presOf" srcId="{60F193E1-236C-4D9C-8339-369C3C7E688C}" destId="{F31B60C0-8E5B-4462-9A44-1DCB71DA15BA}" srcOrd="0" destOrd="0" presId="urn:microsoft.com/office/officeart/2005/8/layout/default"/>
    <dgm:cxn modelId="{7596E8C0-4888-43AC-9807-B019F72F99B4}" type="presOf" srcId="{7039D1FC-BADF-4579-97FB-19204CB406DE}" destId="{DF478618-D350-4071-A295-63E5C4D0BB62}" srcOrd="0" destOrd="0" presId="urn:microsoft.com/office/officeart/2005/8/layout/default"/>
    <dgm:cxn modelId="{89522AC8-239F-4360-83E0-9AF12A991F59}" type="presOf" srcId="{2A60DDED-37BF-405A-A479-AC84002DA2EE}" destId="{E30B2E64-49EC-4111-8A55-BAB4FA20BA50}" srcOrd="0" destOrd="0" presId="urn:microsoft.com/office/officeart/2005/8/layout/default"/>
    <dgm:cxn modelId="{607740FC-CF46-4636-8B60-D66070840D70}" srcId="{7039D1FC-BADF-4579-97FB-19204CB406DE}" destId="{2A60DDED-37BF-405A-A479-AC84002DA2EE}" srcOrd="1" destOrd="0" parTransId="{1F328B7E-B1C8-4CDE-B723-CE272535FA2B}" sibTransId="{92541DBA-1025-4852-80ED-7F3FA29639B9}"/>
    <dgm:cxn modelId="{8831295F-BE68-4F56-9C91-FD1E5DDAB335}" type="presParOf" srcId="{DF478618-D350-4071-A295-63E5C4D0BB62}" destId="{08879C28-AEAA-480B-9C0C-F4EC29F12203}" srcOrd="0" destOrd="0" presId="urn:microsoft.com/office/officeart/2005/8/layout/default"/>
    <dgm:cxn modelId="{CB2305E8-35A6-4A47-853B-7DFFC2DF65AC}" type="presParOf" srcId="{DF478618-D350-4071-A295-63E5C4D0BB62}" destId="{ABCE1A80-F26E-4CB8-ADC3-342392154D32}" srcOrd="1" destOrd="0" presId="urn:microsoft.com/office/officeart/2005/8/layout/default"/>
    <dgm:cxn modelId="{546B03FA-E541-4B5B-87F7-10987F86F4E1}" type="presParOf" srcId="{DF478618-D350-4071-A295-63E5C4D0BB62}" destId="{E30B2E64-49EC-4111-8A55-BAB4FA20BA50}" srcOrd="2" destOrd="0" presId="urn:microsoft.com/office/officeart/2005/8/layout/default"/>
    <dgm:cxn modelId="{C98F72D2-8F2D-4F6B-869F-63567C8A7727}" type="presParOf" srcId="{DF478618-D350-4071-A295-63E5C4D0BB62}" destId="{0FFF628F-6297-40E8-BB43-CF4E86DC3A50}" srcOrd="3" destOrd="0" presId="urn:microsoft.com/office/officeart/2005/8/layout/default"/>
    <dgm:cxn modelId="{D949074F-702D-4E83-A918-B8DFC422D1BC}" type="presParOf" srcId="{DF478618-D350-4071-A295-63E5C4D0BB62}" destId="{7A321A5B-60F7-4943-8E12-D24DD946923D}" srcOrd="4" destOrd="0" presId="urn:microsoft.com/office/officeart/2005/8/layout/default"/>
    <dgm:cxn modelId="{82A0CD0D-EEFB-47C1-840C-6B9FA104FA22}" type="presParOf" srcId="{DF478618-D350-4071-A295-63E5C4D0BB62}" destId="{75366D87-1626-4361-A56C-41293E5DF6C5}" srcOrd="5" destOrd="0" presId="urn:microsoft.com/office/officeart/2005/8/layout/default"/>
    <dgm:cxn modelId="{3C3BE9D2-93FB-42AB-9399-67EFD649DC81}" type="presParOf" srcId="{DF478618-D350-4071-A295-63E5C4D0BB62}" destId="{F31B60C0-8E5B-4462-9A44-1DCB71DA15B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9F2EC1-93A1-428A-82CC-C001629F436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27236C-59E3-4638-9919-2CABF4E8DBAD}">
      <dgm:prSet/>
      <dgm:spPr/>
      <dgm:t>
        <a:bodyPr/>
        <a:lstStyle/>
        <a:p>
          <a:r>
            <a:rPr lang="en-IN" dirty="0"/>
            <a:t>Focus on store and department level demand forecasting for peak periods, promotional events and holidays.</a:t>
          </a:r>
          <a:endParaRPr lang="en-US" dirty="0"/>
        </a:p>
      </dgm:t>
    </dgm:pt>
    <dgm:pt modelId="{AE65D9BE-B164-4E78-B57E-5371A4C9A503}" type="parTrans" cxnId="{1A3B29AC-8391-45A4-95C5-CDC038A2FC10}">
      <dgm:prSet/>
      <dgm:spPr/>
      <dgm:t>
        <a:bodyPr/>
        <a:lstStyle/>
        <a:p>
          <a:endParaRPr lang="en-US"/>
        </a:p>
      </dgm:t>
    </dgm:pt>
    <dgm:pt modelId="{136E2E3A-FD75-4979-8FF9-347F58435A69}" type="sibTrans" cxnId="{1A3B29AC-8391-45A4-95C5-CDC038A2FC10}">
      <dgm:prSet/>
      <dgm:spPr/>
      <dgm:t>
        <a:bodyPr/>
        <a:lstStyle/>
        <a:p>
          <a:endParaRPr lang="en-US"/>
        </a:p>
      </dgm:t>
    </dgm:pt>
    <dgm:pt modelId="{E8C6718F-9591-48E5-90C6-7C5BDAA4E4E2}">
      <dgm:prSet/>
      <dgm:spPr/>
      <dgm:t>
        <a:bodyPr/>
        <a:lstStyle/>
        <a:p>
          <a:r>
            <a:rPr lang="en-IN" dirty="0"/>
            <a:t>Constraints: Limited historical data of previous 3 years in all stores.</a:t>
          </a:r>
          <a:endParaRPr lang="en-US" dirty="0"/>
        </a:p>
      </dgm:t>
    </dgm:pt>
    <dgm:pt modelId="{4D556F8D-9664-475E-943C-7E5A82B274D8}" type="parTrans" cxnId="{3019A243-160E-4AF8-8E6E-477DB415E62B}">
      <dgm:prSet/>
      <dgm:spPr/>
      <dgm:t>
        <a:bodyPr/>
        <a:lstStyle/>
        <a:p>
          <a:endParaRPr lang="en-US"/>
        </a:p>
      </dgm:t>
    </dgm:pt>
    <dgm:pt modelId="{FBCB1CC2-6F02-4F26-B2D0-3CA61F19F143}" type="sibTrans" cxnId="{3019A243-160E-4AF8-8E6E-477DB415E62B}">
      <dgm:prSet/>
      <dgm:spPr/>
      <dgm:t>
        <a:bodyPr/>
        <a:lstStyle/>
        <a:p>
          <a:endParaRPr lang="en-US"/>
        </a:p>
      </dgm:t>
    </dgm:pt>
    <dgm:pt modelId="{4133DFCB-B7F2-4F2E-9E29-C8E4557B9F80}" type="pres">
      <dgm:prSet presAssocID="{569F2EC1-93A1-428A-82CC-C001629F43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2AEA2D-0325-4557-893C-D8BE7892271F}" type="pres">
      <dgm:prSet presAssocID="{6927236C-59E3-4638-9919-2CABF4E8DBAD}" presName="hierRoot1" presStyleCnt="0"/>
      <dgm:spPr/>
    </dgm:pt>
    <dgm:pt modelId="{495A2BE8-B699-4BE4-8317-7B2D96DAA425}" type="pres">
      <dgm:prSet presAssocID="{6927236C-59E3-4638-9919-2CABF4E8DBAD}" presName="composite" presStyleCnt="0"/>
      <dgm:spPr/>
    </dgm:pt>
    <dgm:pt modelId="{C3E4CA92-18DC-496C-BC0E-66B7FDDACF35}" type="pres">
      <dgm:prSet presAssocID="{6927236C-59E3-4638-9919-2CABF4E8DBAD}" presName="background" presStyleLbl="node0" presStyleIdx="0" presStyleCnt="2"/>
      <dgm:spPr/>
    </dgm:pt>
    <dgm:pt modelId="{4B718CE3-DAF0-4CB4-B1E1-A1D8E544EAAA}" type="pres">
      <dgm:prSet presAssocID="{6927236C-59E3-4638-9919-2CABF4E8DBAD}" presName="text" presStyleLbl="fgAcc0" presStyleIdx="0" presStyleCnt="2">
        <dgm:presLayoutVars>
          <dgm:chPref val="3"/>
        </dgm:presLayoutVars>
      </dgm:prSet>
      <dgm:spPr/>
    </dgm:pt>
    <dgm:pt modelId="{F876613C-8893-4734-885E-1BF9ECFD9B8F}" type="pres">
      <dgm:prSet presAssocID="{6927236C-59E3-4638-9919-2CABF4E8DBAD}" presName="hierChild2" presStyleCnt="0"/>
      <dgm:spPr/>
    </dgm:pt>
    <dgm:pt modelId="{4481DB86-21F8-4E64-9219-03F596FB47DF}" type="pres">
      <dgm:prSet presAssocID="{E8C6718F-9591-48E5-90C6-7C5BDAA4E4E2}" presName="hierRoot1" presStyleCnt="0"/>
      <dgm:spPr/>
    </dgm:pt>
    <dgm:pt modelId="{AE76960C-07F1-4647-A6E6-D981EDFB6E64}" type="pres">
      <dgm:prSet presAssocID="{E8C6718F-9591-48E5-90C6-7C5BDAA4E4E2}" presName="composite" presStyleCnt="0"/>
      <dgm:spPr/>
    </dgm:pt>
    <dgm:pt modelId="{C5AAE355-491C-4757-98A9-9B0C5778492D}" type="pres">
      <dgm:prSet presAssocID="{E8C6718F-9591-48E5-90C6-7C5BDAA4E4E2}" presName="background" presStyleLbl="node0" presStyleIdx="1" presStyleCnt="2"/>
      <dgm:spPr/>
    </dgm:pt>
    <dgm:pt modelId="{8726E4B6-43B8-45D3-99FB-316B480D3D4F}" type="pres">
      <dgm:prSet presAssocID="{E8C6718F-9591-48E5-90C6-7C5BDAA4E4E2}" presName="text" presStyleLbl="fgAcc0" presStyleIdx="1" presStyleCnt="2">
        <dgm:presLayoutVars>
          <dgm:chPref val="3"/>
        </dgm:presLayoutVars>
      </dgm:prSet>
      <dgm:spPr/>
    </dgm:pt>
    <dgm:pt modelId="{2F9EF671-E43C-4A66-B991-02286AFAB732}" type="pres">
      <dgm:prSet presAssocID="{E8C6718F-9591-48E5-90C6-7C5BDAA4E4E2}" presName="hierChild2" presStyleCnt="0"/>
      <dgm:spPr/>
    </dgm:pt>
  </dgm:ptLst>
  <dgm:cxnLst>
    <dgm:cxn modelId="{3019A243-160E-4AF8-8E6E-477DB415E62B}" srcId="{569F2EC1-93A1-428A-82CC-C001629F436B}" destId="{E8C6718F-9591-48E5-90C6-7C5BDAA4E4E2}" srcOrd="1" destOrd="0" parTransId="{4D556F8D-9664-475E-943C-7E5A82B274D8}" sibTransId="{FBCB1CC2-6F02-4F26-B2D0-3CA61F19F143}"/>
    <dgm:cxn modelId="{3B50D5A6-6B92-4098-89F0-9AF01592786E}" type="presOf" srcId="{6927236C-59E3-4638-9919-2CABF4E8DBAD}" destId="{4B718CE3-DAF0-4CB4-B1E1-A1D8E544EAAA}" srcOrd="0" destOrd="0" presId="urn:microsoft.com/office/officeart/2005/8/layout/hierarchy1"/>
    <dgm:cxn modelId="{0A44A9AA-FB76-4120-B031-269F1FDDBF3B}" type="presOf" srcId="{E8C6718F-9591-48E5-90C6-7C5BDAA4E4E2}" destId="{8726E4B6-43B8-45D3-99FB-316B480D3D4F}" srcOrd="0" destOrd="0" presId="urn:microsoft.com/office/officeart/2005/8/layout/hierarchy1"/>
    <dgm:cxn modelId="{1A3B29AC-8391-45A4-95C5-CDC038A2FC10}" srcId="{569F2EC1-93A1-428A-82CC-C001629F436B}" destId="{6927236C-59E3-4638-9919-2CABF4E8DBAD}" srcOrd="0" destOrd="0" parTransId="{AE65D9BE-B164-4E78-B57E-5371A4C9A503}" sibTransId="{136E2E3A-FD75-4979-8FF9-347F58435A69}"/>
    <dgm:cxn modelId="{374D7DE5-1B60-4703-8EA9-0FBC6087AA02}" type="presOf" srcId="{569F2EC1-93A1-428A-82CC-C001629F436B}" destId="{4133DFCB-B7F2-4F2E-9E29-C8E4557B9F80}" srcOrd="0" destOrd="0" presId="urn:microsoft.com/office/officeart/2005/8/layout/hierarchy1"/>
    <dgm:cxn modelId="{C60B7A9F-DD4F-4FFA-9463-A34F1F5D6197}" type="presParOf" srcId="{4133DFCB-B7F2-4F2E-9E29-C8E4557B9F80}" destId="{DE2AEA2D-0325-4557-893C-D8BE7892271F}" srcOrd="0" destOrd="0" presId="urn:microsoft.com/office/officeart/2005/8/layout/hierarchy1"/>
    <dgm:cxn modelId="{F183BE0C-B30A-483F-8F52-B63C54461C5A}" type="presParOf" srcId="{DE2AEA2D-0325-4557-893C-D8BE7892271F}" destId="{495A2BE8-B699-4BE4-8317-7B2D96DAA425}" srcOrd="0" destOrd="0" presId="urn:microsoft.com/office/officeart/2005/8/layout/hierarchy1"/>
    <dgm:cxn modelId="{47EDBE61-6DF9-4AC8-9468-33EF8B6F1CB0}" type="presParOf" srcId="{495A2BE8-B699-4BE4-8317-7B2D96DAA425}" destId="{C3E4CA92-18DC-496C-BC0E-66B7FDDACF35}" srcOrd="0" destOrd="0" presId="urn:microsoft.com/office/officeart/2005/8/layout/hierarchy1"/>
    <dgm:cxn modelId="{75D9ADCD-C876-4315-B019-C47F33C658AD}" type="presParOf" srcId="{495A2BE8-B699-4BE4-8317-7B2D96DAA425}" destId="{4B718CE3-DAF0-4CB4-B1E1-A1D8E544EAAA}" srcOrd="1" destOrd="0" presId="urn:microsoft.com/office/officeart/2005/8/layout/hierarchy1"/>
    <dgm:cxn modelId="{956D2BF9-C37A-4C3E-ADC1-A86B5C948B74}" type="presParOf" srcId="{DE2AEA2D-0325-4557-893C-D8BE7892271F}" destId="{F876613C-8893-4734-885E-1BF9ECFD9B8F}" srcOrd="1" destOrd="0" presId="urn:microsoft.com/office/officeart/2005/8/layout/hierarchy1"/>
    <dgm:cxn modelId="{30305E06-E2C1-4913-8AD7-FECE35173AC8}" type="presParOf" srcId="{4133DFCB-B7F2-4F2E-9E29-C8E4557B9F80}" destId="{4481DB86-21F8-4E64-9219-03F596FB47DF}" srcOrd="1" destOrd="0" presId="urn:microsoft.com/office/officeart/2005/8/layout/hierarchy1"/>
    <dgm:cxn modelId="{66C959B4-4EC0-422F-9BBC-A9BA33559CB9}" type="presParOf" srcId="{4481DB86-21F8-4E64-9219-03F596FB47DF}" destId="{AE76960C-07F1-4647-A6E6-D981EDFB6E64}" srcOrd="0" destOrd="0" presId="urn:microsoft.com/office/officeart/2005/8/layout/hierarchy1"/>
    <dgm:cxn modelId="{AD14DACD-1127-4235-B3A4-F511E3D24968}" type="presParOf" srcId="{AE76960C-07F1-4647-A6E6-D981EDFB6E64}" destId="{C5AAE355-491C-4757-98A9-9B0C5778492D}" srcOrd="0" destOrd="0" presId="urn:microsoft.com/office/officeart/2005/8/layout/hierarchy1"/>
    <dgm:cxn modelId="{226A5798-B933-4B47-B5C1-4A84F1BC009C}" type="presParOf" srcId="{AE76960C-07F1-4647-A6E6-D981EDFB6E64}" destId="{8726E4B6-43B8-45D3-99FB-316B480D3D4F}" srcOrd="1" destOrd="0" presId="urn:microsoft.com/office/officeart/2005/8/layout/hierarchy1"/>
    <dgm:cxn modelId="{28D12741-278C-4C24-BCD9-EC4291BE7D73}" type="presParOf" srcId="{4481DB86-21F8-4E64-9219-03F596FB47DF}" destId="{2F9EF671-E43C-4A66-B991-02286AFAB73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BC6F2C-7C8E-4754-A5FF-7A2D3766B75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6478FD7-01ED-4686-983C-9DD3DEA6DC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Cleaning &amp; Transformation: </a:t>
          </a:r>
          <a:r>
            <a:rPr lang="en-US"/>
            <a:t>Standardized column names and data types, handled missing and inconsistent records using SQL and Python, and prepared clean, analysis-ready tables.</a:t>
          </a:r>
        </a:p>
      </dgm:t>
    </dgm:pt>
    <dgm:pt modelId="{008E2FBE-C499-4237-BC86-7A9ED862DA31}" type="parTrans" cxnId="{A74B6872-D8D9-4278-8483-9EA7A0FCD6BF}">
      <dgm:prSet/>
      <dgm:spPr/>
      <dgm:t>
        <a:bodyPr/>
        <a:lstStyle/>
        <a:p>
          <a:endParaRPr lang="en-US"/>
        </a:p>
      </dgm:t>
    </dgm:pt>
    <dgm:pt modelId="{47DA7F12-38A6-4A74-9548-262A161CA043}" type="sibTrans" cxnId="{A74B6872-D8D9-4278-8483-9EA7A0FCD6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DAD556-954F-4124-BBDB-68E09D4FF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EDA:</a:t>
          </a:r>
          <a:r>
            <a:rPr lang="en-US"/>
            <a:t>Analyzed trends, seasonality, and anomalies using Python (Pandas, Matplotlib, Seaborn) to identify key demand drivers and guide feature engineering.</a:t>
          </a:r>
        </a:p>
      </dgm:t>
    </dgm:pt>
    <dgm:pt modelId="{63B16EA4-19DB-4656-B43A-C5421F5B1890}" type="parTrans" cxnId="{D1EE8564-B9DA-40E0-957D-B2A1E8D6EF03}">
      <dgm:prSet/>
      <dgm:spPr/>
      <dgm:t>
        <a:bodyPr/>
        <a:lstStyle/>
        <a:p>
          <a:endParaRPr lang="en-US"/>
        </a:p>
      </dgm:t>
    </dgm:pt>
    <dgm:pt modelId="{97A78F38-F556-40DE-9867-BAFB7351F899}" type="sibTrans" cxnId="{D1EE8564-B9DA-40E0-957D-B2A1E8D6EF03}">
      <dgm:prSet/>
      <dgm:spPr/>
      <dgm:t>
        <a:bodyPr/>
        <a:lstStyle/>
        <a:p>
          <a:endParaRPr lang="en-US"/>
        </a:p>
      </dgm:t>
    </dgm:pt>
    <dgm:pt modelId="{FAF3DE3A-B0FC-4F9E-8F1D-FF49537F7A54}" type="pres">
      <dgm:prSet presAssocID="{57BC6F2C-7C8E-4754-A5FF-7A2D3766B756}" presName="root" presStyleCnt="0">
        <dgm:presLayoutVars>
          <dgm:dir/>
          <dgm:resizeHandles val="exact"/>
        </dgm:presLayoutVars>
      </dgm:prSet>
      <dgm:spPr/>
    </dgm:pt>
    <dgm:pt modelId="{F53C4956-C6AD-415B-9252-DE4390CD28BA}" type="pres">
      <dgm:prSet presAssocID="{57BC6F2C-7C8E-4754-A5FF-7A2D3766B756}" presName="container" presStyleCnt="0">
        <dgm:presLayoutVars>
          <dgm:dir/>
          <dgm:resizeHandles val="exact"/>
        </dgm:presLayoutVars>
      </dgm:prSet>
      <dgm:spPr/>
    </dgm:pt>
    <dgm:pt modelId="{1D574EEE-A1A4-4046-B4E1-B7CB407B0CF3}" type="pres">
      <dgm:prSet presAssocID="{E6478FD7-01ED-4686-983C-9DD3DEA6DC91}" presName="compNode" presStyleCnt="0"/>
      <dgm:spPr/>
    </dgm:pt>
    <dgm:pt modelId="{BDB77546-9921-45F5-B267-37ADFCC513A3}" type="pres">
      <dgm:prSet presAssocID="{E6478FD7-01ED-4686-983C-9DD3DEA6DC91}" presName="iconBgRect" presStyleLbl="bgShp" presStyleIdx="0" presStyleCnt="2"/>
      <dgm:spPr/>
    </dgm:pt>
    <dgm:pt modelId="{AAAB68C2-BD69-48AF-B0F4-319A3287ACCF}" type="pres">
      <dgm:prSet presAssocID="{E6478FD7-01ED-4686-983C-9DD3DEA6DC9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2E1576-5875-400D-AF9C-9735C248A0AC}" type="pres">
      <dgm:prSet presAssocID="{E6478FD7-01ED-4686-983C-9DD3DEA6DC91}" presName="spaceRect" presStyleCnt="0"/>
      <dgm:spPr/>
    </dgm:pt>
    <dgm:pt modelId="{BF93AEDD-5B5E-46F3-AA01-15DDDA4775E0}" type="pres">
      <dgm:prSet presAssocID="{E6478FD7-01ED-4686-983C-9DD3DEA6DC91}" presName="textRect" presStyleLbl="revTx" presStyleIdx="0" presStyleCnt="2">
        <dgm:presLayoutVars>
          <dgm:chMax val="1"/>
          <dgm:chPref val="1"/>
        </dgm:presLayoutVars>
      </dgm:prSet>
      <dgm:spPr/>
    </dgm:pt>
    <dgm:pt modelId="{4983D6CF-6DAC-4C85-9DB0-F7E77DEF0C68}" type="pres">
      <dgm:prSet presAssocID="{47DA7F12-38A6-4A74-9548-262A161CA043}" presName="sibTrans" presStyleLbl="sibTrans2D1" presStyleIdx="0" presStyleCnt="0"/>
      <dgm:spPr/>
    </dgm:pt>
    <dgm:pt modelId="{435A0710-9B8E-42D5-AD07-C423EEC5D749}" type="pres">
      <dgm:prSet presAssocID="{29DAD556-954F-4124-BBDB-68E09D4FFF5F}" presName="compNode" presStyleCnt="0"/>
      <dgm:spPr/>
    </dgm:pt>
    <dgm:pt modelId="{20439433-6D47-4D1C-925E-ECB7C74D6C0D}" type="pres">
      <dgm:prSet presAssocID="{29DAD556-954F-4124-BBDB-68E09D4FFF5F}" presName="iconBgRect" presStyleLbl="bgShp" presStyleIdx="1" presStyleCnt="2"/>
      <dgm:spPr/>
    </dgm:pt>
    <dgm:pt modelId="{7D25A304-7A95-4674-B4DE-14A481C010E2}" type="pres">
      <dgm:prSet presAssocID="{29DAD556-954F-4124-BBDB-68E09D4FFF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F8CBFC4A-1D81-4671-93F6-0492FE1D0E23}" type="pres">
      <dgm:prSet presAssocID="{29DAD556-954F-4124-BBDB-68E09D4FFF5F}" presName="spaceRect" presStyleCnt="0"/>
      <dgm:spPr/>
    </dgm:pt>
    <dgm:pt modelId="{F7538F01-B93B-48C2-B4FB-6640D188052A}" type="pres">
      <dgm:prSet presAssocID="{29DAD556-954F-4124-BBDB-68E09D4FFF5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1EE8564-B9DA-40E0-957D-B2A1E8D6EF03}" srcId="{57BC6F2C-7C8E-4754-A5FF-7A2D3766B756}" destId="{29DAD556-954F-4124-BBDB-68E09D4FFF5F}" srcOrd="1" destOrd="0" parTransId="{63B16EA4-19DB-4656-B43A-C5421F5B1890}" sibTransId="{97A78F38-F556-40DE-9867-BAFB7351F899}"/>
    <dgm:cxn modelId="{6356AE69-EE58-4034-BF0C-0ECE41C11865}" type="presOf" srcId="{57BC6F2C-7C8E-4754-A5FF-7A2D3766B756}" destId="{FAF3DE3A-B0FC-4F9E-8F1D-FF49537F7A54}" srcOrd="0" destOrd="0" presId="urn:microsoft.com/office/officeart/2018/2/layout/IconCircleList"/>
    <dgm:cxn modelId="{FBA2186F-B704-4153-B2E7-166083D91AC5}" type="presOf" srcId="{47DA7F12-38A6-4A74-9548-262A161CA043}" destId="{4983D6CF-6DAC-4C85-9DB0-F7E77DEF0C68}" srcOrd="0" destOrd="0" presId="urn:microsoft.com/office/officeart/2018/2/layout/IconCircleList"/>
    <dgm:cxn modelId="{A74B6872-D8D9-4278-8483-9EA7A0FCD6BF}" srcId="{57BC6F2C-7C8E-4754-A5FF-7A2D3766B756}" destId="{E6478FD7-01ED-4686-983C-9DD3DEA6DC91}" srcOrd="0" destOrd="0" parTransId="{008E2FBE-C499-4237-BC86-7A9ED862DA31}" sibTransId="{47DA7F12-38A6-4A74-9548-262A161CA043}"/>
    <dgm:cxn modelId="{4EFB9389-A97F-49EF-99BC-35B5BB793E3C}" type="presOf" srcId="{E6478FD7-01ED-4686-983C-9DD3DEA6DC91}" destId="{BF93AEDD-5B5E-46F3-AA01-15DDDA4775E0}" srcOrd="0" destOrd="0" presId="urn:microsoft.com/office/officeart/2018/2/layout/IconCircleList"/>
    <dgm:cxn modelId="{E5DDDCE5-0A6A-4E9B-A59B-0856EC218643}" type="presOf" srcId="{29DAD556-954F-4124-BBDB-68E09D4FFF5F}" destId="{F7538F01-B93B-48C2-B4FB-6640D188052A}" srcOrd="0" destOrd="0" presId="urn:microsoft.com/office/officeart/2018/2/layout/IconCircleList"/>
    <dgm:cxn modelId="{9F98EADF-B3EC-4871-B094-5FEE1A55FC4F}" type="presParOf" srcId="{FAF3DE3A-B0FC-4F9E-8F1D-FF49537F7A54}" destId="{F53C4956-C6AD-415B-9252-DE4390CD28BA}" srcOrd="0" destOrd="0" presId="urn:microsoft.com/office/officeart/2018/2/layout/IconCircleList"/>
    <dgm:cxn modelId="{E2FC1DFD-CE91-4D0D-A5BA-B0A7CEE45DF3}" type="presParOf" srcId="{F53C4956-C6AD-415B-9252-DE4390CD28BA}" destId="{1D574EEE-A1A4-4046-B4E1-B7CB407B0CF3}" srcOrd="0" destOrd="0" presId="urn:microsoft.com/office/officeart/2018/2/layout/IconCircleList"/>
    <dgm:cxn modelId="{FCF4F1B9-B7D6-4526-94CB-3A45C5DE7004}" type="presParOf" srcId="{1D574EEE-A1A4-4046-B4E1-B7CB407B0CF3}" destId="{BDB77546-9921-45F5-B267-37ADFCC513A3}" srcOrd="0" destOrd="0" presId="urn:microsoft.com/office/officeart/2018/2/layout/IconCircleList"/>
    <dgm:cxn modelId="{3244E394-F97E-48B8-9B41-837C867EEAB8}" type="presParOf" srcId="{1D574EEE-A1A4-4046-B4E1-B7CB407B0CF3}" destId="{AAAB68C2-BD69-48AF-B0F4-319A3287ACCF}" srcOrd="1" destOrd="0" presId="urn:microsoft.com/office/officeart/2018/2/layout/IconCircleList"/>
    <dgm:cxn modelId="{8B9E800D-D4D0-4FC8-82FA-021E16B1DBC5}" type="presParOf" srcId="{1D574EEE-A1A4-4046-B4E1-B7CB407B0CF3}" destId="{582E1576-5875-400D-AF9C-9735C248A0AC}" srcOrd="2" destOrd="0" presId="urn:microsoft.com/office/officeart/2018/2/layout/IconCircleList"/>
    <dgm:cxn modelId="{DA8DCD5D-109F-44D9-ABE2-02AD5634BDE0}" type="presParOf" srcId="{1D574EEE-A1A4-4046-B4E1-B7CB407B0CF3}" destId="{BF93AEDD-5B5E-46F3-AA01-15DDDA4775E0}" srcOrd="3" destOrd="0" presId="urn:microsoft.com/office/officeart/2018/2/layout/IconCircleList"/>
    <dgm:cxn modelId="{B1F64C3C-6DB7-4D01-970A-53A9C4D8B5D7}" type="presParOf" srcId="{F53C4956-C6AD-415B-9252-DE4390CD28BA}" destId="{4983D6CF-6DAC-4C85-9DB0-F7E77DEF0C68}" srcOrd="1" destOrd="0" presId="urn:microsoft.com/office/officeart/2018/2/layout/IconCircleList"/>
    <dgm:cxn modelId="{C5B9A00E-E217-445B-89D3-9E8E21FCCBD7}" type="presParOf" srcId="{F53C4956-C6AD-415B-9252-DE4390CD28BA}" destId="{435A0710-9B8E-42D5-AD07-C423EEC5D749}" srcOrd="2" destOrd="0" presId="urn:microsoft.com/office/officeart/2018/2/layout/IconCircleList"/>
    <dgm:cxn modelId="{3AF54643-5BB8-4A14-9256-8ED4BF4CD9E2}" type="presParOf" srcId="{435A0710-9B8E-42D5-AD07-C423EEC5D749}" destId="{20439433-6D47-4D1C-925E-ECB7C74D6C0D}" srcOrd="0" destOrd="0" presId="urn:microsoft.com/office/officeart/2018/2/layout/IconCircleList"/>
    <dgm:cxn modelId="{A64B385D-AD37-4D95-9A51-3561E3EB2F02}" type="presParOf" srcId="{435A0710-9B8E-42D5-AD07-C423EEC5D749}" destId="{7D25A304-7A95-4674-B4DE-14A481C010E2}" srcOrd="1" destOrd="0" presId="urn:microsoft.com/office/officeart/2018/2/layout/IconCircleList"/>
    <dgm:cxn modelId="{AAA68E6D-8701-42B8-A3AD-F0FF2C7DE4DF}" type="presParOf" srcId="{435A0710-9B8E-42D5-AD07-C423EEC5D749}" destId="{F8CBFC4A-1D81-4671-93F6-0492FE1D0E23}" srcOrd="2" destOrd="0" presId="urn:microsoft.com/office/officeart/2018/2/layout/IconCircleList"/>
    <dgm:cxn modelId="{3C880E2B-4D3C-4578-AAEE-6E3E1B553D8D}" type="presParOf" srcId="{435A0710-9B8E-42D5-AD07-C423EEC5D749}" destId="{F7538F01-B93B-48C2-B4FB-6640D188052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A94445-1CF0-42FD-A849-5E06789C10D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6BCA957-053C-418D-AE86-7FD7EEF75F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Feature Engineering &amp; Aggregation: </a:t>
          </a:r>
          <a:r>
            <a:rPr lang="en-US"/>
            <a:t>Engineered derived metrics and weekly/monthly aggregates in SQL, storing transformed feature tables in PostgreSQL for forecasting.</a:t>
          </a:r>
        </a:p>
      </dgm:t>
    </dgm:pt>
    <dgm:pt modelId="{23C0C029-885A-4D0F-92A6-5AA3755AFA2D}" type="parTrans" cxnId="{9F3DFDE8-6010-4F96-8F8E-7530E2005A74}">
      <dgm:prSet/>
      <dgm:spPr/>
      <dgm:t>
        <a:bodyPr/>
        <a:lstStyle/>
        <a:p>
          <a:endParaRPr lang="en-US"/>
        </a:p>
      </dgm:t>
    </dgm:pt>
    <dgm:pt modelId="{47F84257-6D71-4153-BBDD-88571708FB3D}" type="sibTrans" cxnId="{9F3DFDE8-6010-4F96-8F8E-7530E2005A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53E261-C590-4492-8DED-66286794AA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Forecasting &amp; Analysis Preparation:</a:t>
          </a:r>
          <a:br>
            <a:rPr lang="en-US" dirty="0"/>
          </a:br>
          <a:r>
            <a:rPr lang="en-US" dirty="0"/>
            <a:t>Prepared SQL-derived datasets for Python-based forecasting models, implemented train/validation/test splits, and automated feature refresh workflows.</a:t>
          </a:r>
        </a:p>
      </dgm:t>
    </dgm:pt>
    <dgm:pt modelId="{4295B7F3-2691-45F9-8ABB-A362E2393D1A}" type="parTrans" cxnId="{17333C87-27A5-43D0-B90E-A0C8DE7F2EE6}">
      <dgm:prSet/>
      <dgm:spPr/>
      <dgm:t>
        <a:bodyPr/>
        <a:lstStyle/>
        <a:p>
          <a:endParaRPr lang="en-US"/>
        </a:p>
      </dgm:t>
    </dgm:pt>
    <dgm:pt modelId="{330CC8D2-4C9C-4955-ABBE-D98143FB4F53}" type="sibTrans" cxnId="{17333C87-27A5-43D0-B90E-A0C8DE7F2E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90E4C2-3972-407D-909C-ECAD2B084403}" type="pres">
      <dgm:prSet presAssocID="{B0A94445-1CF0-42FD-A849-5E06789C10D2}" presName="root" presStyleCnt="0">
        <dgm:presLayoutVars>
          <dgm:dir/>
          <dgm:resizeHandles val="exact"/>
        </dgm:presLayoutVars>
      </dgm:prSet>
      <dgm:spPr/>
    </dgm:pt>
    <dgm:pt modelId="{DF924201-4B9D-4BF6-8DAC-CB435E1C6641}" type="pres">
      <dgm:prSet presAssocID="{B0A94445-1CF0-42FD-A849-5E06789C10D2}" presName="container" presStyleCnt="0">
        <dgm:presLayoutVars>
          <dgm:dir/>
          <dgm:resizeHandles val="exact"/>
        </dgm:presLayoutVars>
      </dgm:prSet>
      <dgm:spPr/>
    </dgm:pt>
    <dgm:pt modelId="{A1BD11D4-EDA9-4DEF-99E9-BADE1F0D3237}" type="pres">
      <dgm:prSet presAssocID="{06BCA957-053C-418D-AE86-7FD7EEF75FBD}" presName="compNode" presStyleCnt="0"/>
      <dgm:spPr/>
    </dgm:pt>
    <dgm:pt modelId="{F933B1C9-C148-48EF-B890-E326C46E0190}" type="pres">
      <dgm:prSet presAssocID="{06BCA957-053C-418D-AE86-7FD7EEF75FBD}" presName="iconBgRect" presStyleLbl="bgShp" presStyleIdx="0" presStyleCnt="2"/>
      <dgm:spPr/>
    </dgm:pt>
    <dgm:pt modelId="{0E0F8DB1-1328-4BCB-A5AE-A2DB82DDB62A}" type="pres">
      <dgm:prSet presAssocID="{06BCA957-053C-418D-AE86-7FD7EEF75FB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FE797E-C93B-47E1-A127-1CF994AD9FFC}" type="pres">
      <dgm:prSet presAssocID="{06BCA957-053C-418D-AE86-7FD7EEF75FBD}" presName="spaceRect" presStyleCnt="0"/>
      <dgm:spPr/>
    </dgm:pt>
    <dgm:pt modelId="{1A95DC26-97AF-42AD-980B-F679A003FAD7}" type="pres">
      <dgm:prSet presAssocID="{06BCA957-053C-418D-AE86-7FD7EEF75FBD}" presName="textRect" presStyleLbl="revTx" presStyleIdx="0" presStyleCnt="2">
        <dgm:presLayoutVars>
          <dgm:chMax val="1"/>
          <dgm:chPref val="1"/>
        </dgm:presLayoutVars>
      </dgm:prSet>
      <dgm:spPr/>
    </dgm:pt>
    <dgm:pt modelId="{B32A7E9B-4F3E-47DB-8DC2-B63B82E4D180}" type="pres">
      <dgm:prSet presAssocID="{47F84257-6D71-4153-BBDD-88571708FB3D}" presName="sibTrans" presStyleLbl="sibTrans2D1" presStyleIdx="0" presStyleCnt="0"/>
      <dgm:spPr/>
    </dgm:pt>
    <dgm:pt modelId="{B46B872A-9CBB-4923-9E50-4214D8F1474E}" type="pres">
      <dgm:prSet presAssocID="{4653E261-C590-4492-8DED-66286794AA0D}" presName="compNode" presStyleCnt="0"/>
      <dgm:spPr/>
    </dgm:pt>
    <dgm:pt modelId="{09347AD6-4858-4A50-A5C5-7828A595AE55}" type="pres">
      <dgm:prSet presAssocID="{4653E261-C590-4492-8DED-66286794AA0D}" presName="iconBgRect" presStyleLbl="bgShp" presStyleIdx="1" presStyleCnt="2"/>
      <dgm:spPr/>
    </dgm:pt>
    <dgm:pt modelId="{E92D938C-E5FE-4C4B-8A11-C69454F92C82}" type="pres">
      <dgm:prSet presAssocID="{4653E261-C590-4492-8DED-66286794AA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D953708-3DBC-4E7A-8A0E-9F267CACA010}" type="pres">
      <dgm:prSet presAssocID="{4653E261-C590-4492-8DED-66286794AA0D}" presName="spaceRect" presStyleCnt="0"/>
      <dgm:spPr/>
    </dgm:pt>
    <dgm:pt modelId="{8D10460C-57D7-4926-9C24-4CD024AEC759}" type="pres">
      <dgm:prSet presAssocID="{4653E261-C590-4492-8DED-66286794AA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E4E4612-1C98-4C42-AC09-26681E76A74B}" type="presOf" srcId="{47F84257-6D71-4153-BBDD-88571708FB3D}" destId="{B32A7E9B-4F3E-47DB-8DC2-B63B82E4D180}" srcOrd="0" destOrd="0" presId="urn:microsoft.com/office/officeart/2018/2/layout/IconCircleList"/>
    <dgm:cxn modelId="{DE4DFE7F-BFE9-4DFD-A656-39B6CFC8862E}" type="presOf" srcId="{06BCA957-053C-418D-AE86-7FD7EEF75FBD}" destId="{1A95DC26-97AF-42AD-980B-F679A003FAD7}" srcOrd="0" destOrd="0" presId="urn:microsoft.com/office/officeart/2018/2/layout/IconCircleList"/>
    <dgm:cxn modelId="{17333C87-27A5-43D0-B90E-A0C8DE7F2EE6}" srcId="{B0A94445-1CF0-42FD-A849-5E06789C10D2}" destId="{4653E261-C590-4492-8DED-66286794AA0D}" srcOrd="1" destOrd="0" parTransId="{4295B7F3-2691-45F9-8ABB-A362E2393D1A}" sibTransId="{330CC8D2-4C9C-4955-ABBE-D98143FB4F53}"/>
    <dgm:cxn modelId="{A617FC90-A1EF-425D-86E0-F5D5E975DD0E}" type="presOf" srcId="{B0A94445-1CF0-42FD-A849-5E06789C10D2}" destId="{EA90E4C2-3972-407D-909C-ECAD2B084403}" srcOrd="0" destOrd="0" presId="urn:microsoft.com/office/officeart/2018/2/layout/IconCircleList"/>
    <dgm:cxn modelId="{1F7814CD-66DD-4214-8E27-969EAEEAB3D1}" type="presOf" srcId="{4653E261-C590-4492-8DED-66286794AA0D}" destId="{8D10460C-57D7-4926-9C24-4CD024AEC759}" srcOrd="0" destOrd="0" presId="urn:microsoft.com/office/officeart/2018/2/layout/IconCircleList"/>
    <dgm:cxn modelId="{9F3DFDE8-6010-4F96-8F8E-7530E2005A74}" srcId="{B0A94445-1CF0-42FD-A849-5E06789C10D2}" destId="{06BCA957-053C-418D-AE86-7FD7EEF75FBD}" srcOrd="0" destOrd="0" parTransId="{23C0C029-885A-4D0F-92A6-5AA3755AFA2D}" sibTransId="{47F84257-6D71-4153-BBDD-88571708FB3D}"/>
    <dgm:cxn modelId="{734E2C4C-6A3D-43BC-8CC3-27FBE265C37E}" type="presParOf" srcId="{EA90E4C2-3972-407D-909C-ECAD2B084403}" destId="{DF924201-4B9D-4BF6-8DAC-CB435E1C6641}" srcOrd="0" destOrd="0" presId="urn:microsoft.com/office/officeart/2018/2/layout/IconCircleList"/>
    <dgm:cxn modelId="{A78EF55D-E7D6-4A50-9F25-F2BB2EC11CAB}" type="presParOf" srcId="{DF924201-4B9D-4BF6-8DAC-CB435E1C6641}" destId="{A1BD11D4-EDA9-4DEF-99E9-BADE1F0D3237}" srcOrd="0" destOrd="0" presId="urn:microsoft.com/office/officeart/2018/2/layout/IconCircleList"/>
    <dgm:cxn modelId="{2AF4AD05-2B72-422B-999D-3ED3745E7588}" type="presParOf" srcId="{A1BD11D4-EDA9-4DEF-99E9-BADE1F0D3237}" destId="{F933B1C9-C148-48EF-B890-E326C46E0190}" srcOrd="0" destOrd="0" presId="urn:microsoft.com/office/officeart/2018/2/layout/IconCircleList"/>
    <dgm:cxn modelId="{5FB567C4-58D2-4221-BD5E-5A8FA038C17C}" type="presParOf" srcId="{A1BD11D4-EDA9-4DEF-99E9-BADE1F0D3237}" destId="{0E0F8DB1-1328-4BCB-A5AE-A2DB82DDB62A}" srcOrd="1" destOrd="0" presId="urn:microsoft.com/office/officeart/2018/2/layout/IconCircleList"/>
    <dgm:cxn modelId="{53C9E7DC-F13D-4145-9F34-11C1ACFB8493}" type="presParOf" srcId="{A1BD11D4-EDA9-4DEF-99E9-BADE1F0D3237}" destId="{68FE797E-C93B-47E1-A127-1CF994AD9FFC}" srcOrd="2" destOrd="0" presId="urn:microsoft.com/office/officeart/2018/2/layout/IconCircleList"/>
    <dgm:cxn modelId="{51C20C75-F035-4A06-B932-311A1ED43748}" type="presParOf" srcId="{A1BD11D4-EDA9-4DEF-99E9-BADE1F0D3237}" destId="{1A95DC26-97AF-42AD-980B-F679A003FAD7}" srcOrd="3" destOrd="0" presId="urn:microsoft.com/office/officeart/2018/2/layout/IconCircleList"/>
    <dgm:cxn modelId="{E938D59A-0AE8-4134-B173-A570F8387885}" type="presParOf" srcId="{DF924201-4B9D-4BF6-8DAC-CB435E1C6641}" destId="{B32A7E9B-4F3E-47DB-8DC2-B63B82E4D180}" srcOrd="1" destOrd="0" presId="urn:microsoft.com/office/officeart/2018/2/layout/IconCircleList"/>
    <dgm:cxn modelId="{6AFF533D-25A1-4669-A30F-F9E7AD20491A}" type="presParOf" srcId="{DF924201-4B9D-4BF6-8DAC-CB435E1C6641}" destId="{B46B872A-9CBB-4923-9E50-4214D8F1474E}" srcOrd="2" destOrd="0" presId="urn:microsoft.com/office/officeart/2018/2/layout/IconCircleList"/>
    <dgm:cxn modelId="{EE631FCF-0B29-4075-892F-9F4B83BA32F7}" type="presParOf" srcId="{B46B872A-9CBB-4923-9E50-4214D8F1474E}" destId="{09347AD6-4858-4A50-A5C5-7828A595AE55}" srcOrd="0" destOrd="0" presId="urn:microsoft.com/office/officeart/2018/2/layout/IconCircleList"/>
    <dgm:cxn modelId="{0FDD439B-49E1-4BD7-8F49-3E302E1E1508}" type="presParOf" srcId="{B46B872A-9CBB-4923-9E50-4214D8F1474E}" destId="{E92D938C-E5FE-4C4B-8A11-C69454F92C82}" srcOrd="1" destOrd="0" presId="urn:microsoft.com/office/officeart/2018/2/layout/IconCircleList"/>
    <dgm:cxn modelId="{D7D07ABE-3BC1-4FFF-9341-4F08100D465D}" type="presParOf" srcId="{B46B872A-9CBB-4923-9E50-4214D8F1474E}" destId="{7D953708-3DBC-4E7A-8A0E-9F267CACA010}" srcOrd="2" destOrd="0" presId="urn:microsoft.com/office/officeart/2018/2/layout/IconCircleList"/>
    <dgm:cxn modelId="{358D4139-5DF6-4623-AD75-1277D789D9AE}" type="presParOf" srcId="{B46B872A-9CBB-4923-9E50-4214D8F1474E}" destId="{8D10460C-57D7-4926-9C24-4CD024AEC75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7032D5-2286-4FBC-B625-1819405D1AB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50830861-E430-4CB7-ACA9-37925CD3EF2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Reporting &amp; Visualization:  Designed dashboards in Tableau, Power BI, or Streamlit connected to PostgreSQL and automated summary exports for management and operations teams</a:t>
          </a:r>
          <a:endParaRPr lang="en-US"/>
        </a:p>
      </dgm:t>
    </dgm:pt>
    <dgm:pt modelId="{9584A7CC-7955-48D0-BB91-1057CCA971D6}" type="parTrans" cxnId="{9FB96D74-3F8D-450A-A339-91E5A3E62F2D}">
      <dgm:prSet/>
      <dgm:spPr/>
      <dgm:t>
        <a:bodyPr/>
        <a:lstStyle/>
        <a:p>
          <a:endParaRPr lang="en-US"/>
        </a:p>
      </dgm:t>
    </dgm:pt>
    <dgm:pt modelId="{2484C57E-01A7-453B-9654-C3FE97C90F00}" type="sibTrans" cxnId="{9FB96D74-3F8D-450A-A339-91E5A3E62F2D}">
      <dgm:prSet/>
      <dgm:spPr/>
      <dgm:t>
        <a:bodyPr/>
        <a:lstStyle/>
        <a:p>
          <a:endParaRPr lang="en-US"/>
        </a:p>
      </dgm:t>
    </dgm:pt>
    <dgm:pt modelId="{C85DF46A-A8D1-4CF1-A616-C583845E9B9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Documentations &amp; Governance: Documented database schemas, ETL pipelines, validation checks, and EDA insights to ensure transparency, reproducibility, and future scalability.</a:t>
          </a:r>
          <a:endParaRPr lang="en-US"/>
        </a:p>
      </dgm:t>
    </dgm:pt>
    <dgm:pt modelId="{4F37DA86-292A-4E96-91BD-1215166B9113}" type="parTrans" cxnId="{A6A41BD3-55C3-4E84-A575-FAADF4D391F3}">
      <dgm:prSet/>
      <dgm:spPr/>
      <dgm:t>
        <a:bodyPr/>
        <a:lstStyle/>
        <a:p>
          <a:endParaRPr lang="en-US"/>
        </a:p>
      </dgm:t>
    </dgm:pt>
    <dgm:pt modelId="{90D4B809-E6B6-4C64-97DE-5969B67134C9}" type="sibTrans" cxnId="{A6A41BD3-55C3-4E84-A575-FAADF4D391F3}">
      <dgm:prSet/>
      <dgm:spPr/>
      <dgm:t>
        <a:bodyPr/>
        <a:lstStyle/>
        <a:p>
          <a:endParaRPr lang="en-US"/>
        </a:p>
      </dgm:t>
    </dgm:pt>
    <dgm:pt modelId="{90414473-384A-4187-B532-2B26909F4E91}" type="pres">
      <dgm:prSet presAssocID="{8B7032D5-2286-4FBC-B625-1819405D1AB1}" presName="root" presStyleCnt="0">
        <dgm:presLayoutVars>
          <dgm:dir/>
          <dgm:resizeHandles val="exact"/>
        </dgm:presLayoutVars>
      </dgm:prSet>
      <dgm:spPr/>
    </dgm:pt>
    <dgm:pt modelId="{A8D6D719-A4EE-451A-8D3B-E664973FB8A3}" type="pres">
      <dgm:prSet presAssocID="{50830861-E430-4CB7-ACA9-37925CD3EF20}" presName="compNode" presStyleCnt="0"/>
      <dgm:spPr/>
    </dgm:pt>
    <dgm:pt modelId="{B0430C88-82A1-434C-995E-541B93CEF614}" type="pres">
      <dgm:prSet presAssocID="{50830861-E430-4CB7-ACA9-37925CD3EF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12A63DE-84C6-455B-A9C3-C288C833B57E}" type="pres">
      <dgm:prSet presAssocID="{50830861-E430-4CB7-ACA9-37925CD3EF20}" presName="spaceRect" presStyleCnt="0"/>
      <dgm:spPr/>
    </dgm:pt>
    <dgm:pt modelId="{6C59583D-9AE3-48CE-8AFF-AB49AEE24E66}" type="pres">
      <dgm:prSet presAssocID="{50830861-E430-4CB7-ACA9-37925CD3EF20}" presName="textRect" presStyleLbl="revTx" presStyleIdx="0" presStyleCnt="2">
        <dgm:presLayoutVars>
          <dgm:chMax val="1"/>
          <dgm:chPref val="1"/>
        </dgm:presLayoutVars>
      </dgm:prSet>
      <dgm:spPr/>
    </dgm:pt>
    <dgm:pt modelId="{A2A35B90-5553-4E8B-8575-DC6EF31ED15B}" type="pres">
      <dgm:prSet presAssocID="{2484C57E-01A7-453B-9654-C3FE97C90F00}" presName="sibTrans" presStyleCnt="0"/>
      <dgm:spPr/>
    </dgm:pt>
    <dgm:pt modelId="{1304E471-8C03-464E-8660-AA6CEC3DDA99}" type="pres">
      <dgm:prSet presAssocID="{C85DF46A-A8D1-4CF1-A616-C583845E9B99}" presName="compNode" presStyleCnt="0"/>
      <dgm:spPr/>
    </dgm:pt>
    <dgm:pt modelId="{A9C6F5D6-DCA2-4256-BC9A-A7FF880D87AD}" type="pres">
      <dgm:prSet presAssocID="{C85DF46A-A8D1-4CF1-A616-C583845E9B9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B9D2DCC-505C-4813-A5AD-1A270C8F2839}" type="pres">
      <dgm:prSet presAssocID="{C85DF46A-A8D1-4CF1-A616-C583845E9B99}" presName="spaceRect" presStyleCnt="0"/>
      <dgm:spPr/>
    </dgm:pt>
    <dgm:pt modelId="{57BD76D2-C403-413D-8B59-AC8C74315B2C}" type="pres">
      <dgm:prSet presAssocID="{C85DF46A-A8D1-4CF1-A616-C583845E9B9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4C9CA5F-A30C-4309-8A36-AC1DE08D5268}" type="presOf" srcId="{50830861-E430-4CB7-ACA9-37925CD3EF20}" destId="{6C59583D-9AE3-48CE-8AFF-AB49AEE24E66}" srcOrd="0" destOrd="0" presId="urn:microsoft.com/office/officeart/2018/2/layout/IconLabelList"/>
    <dgm:cxn modelId="{9FB96D74-3F8D-450A-A339-91E5A3E62F2D}" srcId="{8B7032D5-2286-4FBC-B625-1819405D1AB1}" destId="{50830861-E430-4CB7-ACA9-37925CD3EF20}" srcOrd="0" destOrd="0" parTransId="{9584A7CC-7955-48D0-BB91-1057CCA971D6}" sibTransId="{2484C57E-01A7-453B-9654-C3FE97C90F00}"/>
    <dgm:cxn modelId="{A9A93EBB-B8B7-4C71-9992-E29A9CF99D25}" type="presOf" srcId="{C85DF46A-A8D1-4CF1-A616-C583845E9B99}" destId="{57BD76D2-C403-413D-8B59-AC8C74315B2C}" srcOrd="0" destOrd="0" presId="urn:microsoft.com/office/officeart/2018/2/layout/IconLabelList"/>
    <dgm:cxn modelId="{A6A41BD3-55C3-4E84-A575-FAADF4D391F3}" srcId="{8B7032D5-2286-4FBC-B625-1819405D1AB1}" destId="{C85DF46A-A8D1-4CF1-A616-C583845E9B99}" srcOrd="1" destOrd="0" parTransId="{4F37DA86-292A-4E96-91BD-1215166B9113}" sibTransId="{90D4B809-E6B6-4C64-97DE-5969B67134C9}"/>
    <dgm:cxn modelId="{5016DBDB-3B9E-4849-8848-76053135BFBB}" type="presOf" srcId="{8B7032D5-2286-4FBC-B625-1819405D1AB1}" destId="{90414473-384A-4187-B532-2B26909F4E91}" srcOrd="0" destOrd="0" presId="urn:microsoft.com/office/officeart/2018/2/layout/IconLabelList"/>
    <dgm:cxn modelId="{E3E9941B-6695-4AB0-A55B-274987B31D57}" type="presParOf" srcId="{90414473-384A-4187-B532-2B26909F4E91}" destId="{A8D6D719-A4EE-451A-8D3B-E664973FB8A3}" srcOrd="0" destOrd="0" presId="urn:microsoft.com/office/officeart/2018/2/layout/IconLabelList"/>
    <dgm:cxn modelId="{D680CFF5-2490-4DDF-9DE1-858FC3F980D0}" type="presParOf" srcId="{A8D6D719-A4EE-451A-8D3B-E664973FB8A3}" destId="{B0430C88-82A1-434C-995E-541B93CEF614}" srcOrd="0" destOrd="0" presId="urn:microsoft.com/office/officeart/2018/2/layout/IconLabelList"/>
    <dgm:cxn modelId="{08ECFEAB-5FDE-4A71-8AF1-363AD4B9E5BC}" type="presParOf" srcId="{A8D6D719-A4EE-451A-8D3B-E664973FB8A3}" destId="{612A63DE-84C6-455B-A9C3-C288C833B57E}" srcOrd="1" destOrd="0" presId="urn:microsoft.com/office/officeart/2018/2/layout/IconLabelList"/>
    <dgm:cxn modelId="{E86E276E-0B4F-44ED-8BAA-E0089FFF0CC6}" type="presParOf" srcId="{A8D6D719-A4EE-451A-8D3B-E664973FB8A3}" destId="{6C59583D-9AE3-48CE-8AFF-AB49AEE24E66}" srcOrd="2" destOrd="0" presId="urn:microsoft.com/office/officeart/2018/2/layout/IconLabelList"/>
    <dgm:cxn modelId="{A7DA8194-4110-4F71-A1EA-86CBE3335EC8}" type="presParOf" srcId="{90414473-384A-4187-B532-2B26909F4E91}" destId="{A2A35B90-5553-4E8B-8575-DC6EF31ED15B}" srcOrd="1" destOrd="0" presId="urn:microsoft.com/office/officeart/2018/2/layout/IconLabelList"/>
    <dgm:cxn modelId="{AB5308A4-417E-43AD-9D53-A21E6CDB9A8C}" type="presParOf" srcId="{90414473-384A-4187-B532-2B26909F4E91}" destId="{1304E471-8C03-464E-8660-AA6CEC3DDA99}" srcOrd="2" destOrd="0" presId="urn:microsoft.com/office/officeart/2018/2/layout/IconLabelList"/>
    <dgm:cxn modelId="{D5B0BD99-823A-4129-92F5-ACC0A497B72A}" type="presParOf" srcId="{1304E471-8C03-464E-8660-AA6CEC3DDA99}" destId="{A9C6F5D6-DCA2-4256-BC9A-A7FF880D87AD}" srcOrd="0" destOrd="0" presId="urn:microsoft.com/office/officeart/2018/2/layout/IconLabelList"/>
    <dgm:cxn modelId="{41266CAA-1B24-40AA-9EA6-84A1E60B38BE}" type="presParOf" srcId="{1304E471-8C03-464E-8660-AA6CEC3DDA99}" destId="{AB9D2DCC-505C-4813-A5AD-1A270C8F2839}" srcOrd="1" destOrd="0" presId="urn:microsoft.com/office/officeart/2018/2/layout/IconLabelList"/>
    <dgm:cxn modelId="{82E1FFEC-CBBD-4262-8C93-F7ACB5DD56C0}" type="presParOf" srcId="{1304E471-8C03-464E-8660-AA6CEC3DDA99}" destId="{57BD76D2-C403-413D-8B59-AC8C74315B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54F7D2-E694-4DE8-8DB1-B769BCABBB2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4CE80E6-C89D-4ACA-8B95-C76A122D1402}">
      <dgm:prSet/>
      <dgm:spPr/>
      <dgm:t>
        <a:bodyPr/>
        <a:lstStyle/>
        <a:p>
          <a:r>
            <a:rPr lang="en-US" dirty="0"/>
            <a:t>Trained models per store-department combination</a:t>
          </a:r>
        </a:p>
      </dgm:t>
    </dgm:pt>
    <dgm:pt modelId="{7913EE06-70A1-48C3-A45E-4A0E3CD64963}" type="parTrans" cxnId="{40E5D5E9-0488-4A3B-B723-06C962F7E9C3}">
      <dgm:prSet/>
      <dgm:spPr/>
      <dgm:t>
        <a:bodyPr/>
        <a:lstStyle/>
        <a:p>
          <a:endParaRPr lang="en-US"/>
        </a:p>
      </dgm:t>
    </dgm:pt>
    <dgm:pt modelId="{1F31F085-8595-4351-96AB-3C45F45BAC3D}" type="sibTrans" cxnId="{40E5D5E9-0488-4A3B-B723-06C962F7E9C3}">
      <dgm:prSet/>
      <dgm:spPr/>
      <dgm:t>
        <a:bodyPr/>
        <a:lstStyle/>
        <a:p>
          <a:endParaRPr lang="en-US"/>
        </a:p>
      </dgm:t>
    </dgm:pt>
    <dgm:pt modelId="{6C068AB9-1939-4B7F-AC02-993D06BBD640}">
      <dgm:prSet/>
      <dgm:spPr/>
      <dgm:t>
        <a:bodyPr/>
        <a:lstStyle/>
        <a:p>
          <a:r>
            <a:rPr lang="en-US" dirty="0"/>
            <a:t>Gradient Boosting emerged as top-performing model</a:t>
          </a:r>
        </a:p>
      </dgm:t>
    </dgm:pt>
    <dgm:pt modelId="{DBD6EC2A-3D6C-4877-8F34-D27248CB3E5D}" type="parTrans" cxnId="{FE04AC87-25AB-4FFA-89FC-C44D79F2209B}">
      <dgm:prSet/>
      <dgm:spPr/>
      <dgm:t>
        <a:bodyPr/>
        <a:lstStyle/>
        <a:p>
          <a:endParaRPr lang="en-US"/>
        </a:p>
      </dgm:t>
    </dgm:pt>
    <dgm:pt modelId="{4E700F10-6BD2-4724-95E3-9BC3FA73AD82}" type="sibTrans" cxnId="{FE04AC87-25AB-4FFA-89FC-C44D79F2209B}">
      <dgm:prSet/>
      <dgm:spPr/>
      <dgm:t>
        <a:bodyPr/>
        <a:lstStyle/>
        <a:p>
          <a:endParaRPr lang="en-US"/>
        </a:p>
      </dgm:t>
    </dgm:pt>
    <dgm:pt modelId="{08B5ADDA-30BC-4271-9C02-3D524C5C3532}">
      <dgm:prSet/>
      <dgm:spPr/>
      <dgm:t>
        <a:bodyPr/>
        <a:lstStyle/>
        <a:p>
          <a:r>
            <a:rPr lang="en-US" dirty="0"/>
            <a:t>Hyperparameter tuning focused on stability</a:t>
          </a:r>
        </a:p>
      </dgm:t>
    </dgm:pt>
    <dgm:pt modelId="{9AB6CE04-00E8-4CA8-935B-E8DC4E0B742D}" type="parTrans" cxnId="{21B1C0B3-F45D-44D5-9076-5CA7EDC2076F}">
      <dgm:prSet/>
      <dgm:spPr/>
      <dgm:t>
        <a:bodyPr/>
        <a:lstStyle/>
        <a:p>
          <a:endParaRPr lang="en-US"/>
        </a:p>
      </dgm:t>
    </dgm:pt>
    <dgm:pt modelId="{9C6FD6D9-0C91-4552-A7C8-38580D97FA6E}" type="sibTrans" cxnId="{21B1C0B3-F45D-44D5-9076-5CA7EDC2076F}">
      <dgm:prSet/>
      <dgm:spPr/>
      <dgm:t>
        <a:bodyPr/>
        <a:lstStyle/>
        <a:p>
          <a:endParaRPr lang="en-US"/>
        </a:p>
      </dgm:t>
    </dgm:pt>
    <dgm:pt modelId="{16C06E3C-808E-46E1-89AD-59027F5483EE}" type="pres">
      <dgm:prSet presAssocID="{C454F7D2-E694-4DE8-8DB1-B769BCABBB24}" presName="linear" presStyleCnt="0">
        <dgm:presLayoutVars>
          <dgm:animLvl val="lvl"/>
          <dgm:resizeHandles val="exact"/>
        </dgm:presLayoutVars>
      </dgm:prSet>
      <dgm:spPr/>
    </dgm:pt>
    <dgm:pt modelId="{F7CDEFB7-FE95-4636-AA8A-D202B9D53790}" type="pres">
      <dgm:prSet presAssocID="{C4CE80E6-C89D-4ACA-8B95-C76A122D1402}" presName="parentText" presStyleLbl="node1" presStyleIdx="0" presStyleCnt="3" custLinFactNeighborY="0">
        <dgm:presLayoutVars>
          <dgm:chMax val="0"/>
          <dgm:bulletEnabled val="1"/>
        </dgm:presLayoutVars>
      </dgm:prSet>
      <dgm:spPr/>
    </dgm:pt>
    <dgm:pt modelId="{ADE8352D-855A-413A-A1B6-71B0A8EF3995}" type="pres">
      <dgm:prSet presAssocID="{1F31F085-8595-4351-96AB-3C45F45BAC3D}" presName="spacer" presStyleCnt="0"/>
      <dgm:spPr/>
    </dgm:pt>
    <dgm:pt modelId="{78B073BA-5975-40A5-AB5E-BA77AACF9FFC}" type="pres">
      <dgm:prSet presAssocID="{6C068AB9-1939-4B7F-AC02-993D06BBD640}" presName="parentText" presStyleLbl="node1" presStyleIdx="1" presStyleCnt="3" custLinFactNeighborX="505" custLinFactNeighborY="42675">
        <dgm:presLayoutVars>
          <dgm:chMax val="0"/>
          <dgm:bulletEnabled val="1"/>
        </dgm:presLayoutVars>
      </dgm:prSet>
      <dgm:spPr/>
    </dgm:pt>
    <dgm:pt modelId="{AF935E63-B49D-4817-8321-E0B11A483325}" type="pres">
      <dgm:prSet presAssocID="{4E700F10-6BD2-4724-95E3-9BC3FA73AD82}" presName="spacer" presStyleCnt="0"/>
      <dgm:spPr/>
    </dgm:pt>
    <dgm:pt modelId="{CD09B9D6-426E-4AF7-8196-F958B6BF8008}" type="pres">
      <dgm:prSet presAssocID="{08B5ADDA-30BC-4271-9C02-3D524C5C35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B9E7941-D8CA-4EF1-B78A-F134A626967E}" type="presOf" srcId="{6C068AB9-1939-4B7F-AC02-993D06BBD640}" destId="{78B073BA-5975-40A5-AB5E-BA77AACF9FFC}" srcOrd="0" destOrd="0" presId="urn:microsoft.com/office/officeart/2005/8/layout/vList2"/>
    <dgm:cxn modelId="{E2E35080-0399-4886-B137-6FFCC6B50CA1}" type="presOf" srcId="{C454F7D2-E694-4DE8-8DB1-B769BCABBB24}" destId="{16C06E3C-808E-46E1-89AD-59027F5483EE}" srcOrd="0" destOrd="0" presId="urn:microsoft.com/office/officeart/2005/8/layout/vList2"/>
    <dgm:cxn modelId="{FE04AC87-25AB-4FFA-89FC-C44D79F2209B}" srcId="{C454F7D2-E694-4DE8-8DB1-B769BCABBB24}" destId="{6C068AB9-1939-4B7F-AC02-993D06BBD640}" srcOrd="1" destOrd="0" parTransId="{DBD6EC2A-3D6C-4877-8F34-D27248CB3E5D}" sibTransId="{4E700F10-6BD2-4724-95E3-9BC3FA73AD82}"/>
    <dgm:cxn modelId="{21B1C0B3-F45D-44D5-9076-5CA7EDC2076F}" srcId="{C454F7D2-E694-4DE8-8DB1-B769BCABBB24}" destId="{08B5ADDA-30BC-4271-9C02-3D524C5C3532}" srcOrd="2" destOrd="0" parTransId="{9AB6CE04-00E8-4CA8-935B-E8DC4E0B742D}" sibTransId="{9C6FD6D9-0C91-4552-A7C8-38580D97FA6E}"/>
    <dgm:cxn modelId="{77FB76B4-DBBD-4675-81E1-6036EB587A70}" type="presOf" srcId="{C4CE80E6-C89D-4ACA-8B95-C76A122D1402}" destId="{F7CDEFB7-FE95-4636-AA8A-D202B9D53790}" srcOrd="0" destOrd="0" presId="urn:microsoft.com/office/officeart/2005/8/layout/vList2"/>
    <dgm:cxn modelId="{EE9542BA-1210-4D63-AE38-6F0DF47E3277}" type="presOf" srcId="{08B5ADDA-30BC-4271-9C02-3D524C5C3532}" destId="{CD09B9D6-426E-4AF7-8196-F958B6BF8008}" srcOrd="0" destOrd="0" presId="urn:microsoft.com/office/officeart/2005/8/layout/vList2"/>
    <dgm:cxn modelId="{40E5D5E9-0488-4A3B-B723-06C962F7E9C3}" srcId="{C454F7D2-E694-4DE8-8DB1-B769BCABBB24}" destId="{C4CE80E6-C89D-4ACA-8B95-C76A122D1402}" srcOrd="0" destOrd="0" parTransId="{7913EE06-70A1-48C3-A45E-4A0E3CD64963}" sibTransId="{1F31F085-8595-4351-96AB-3C45F45BAC3D}"/>
    <dgm:cxn modelId="{9D488001-9CFC-4157-8BA1-E49CC46C9AF3}" type="presParOf" srcId="{16C06E3C-808E-46E1-89AD-59027F5483EE}" destId="{F7CDEFB7-FE95-4636-AA8A-D202B9D53790}" srcOrd="0" destOrd="0" presId="urn:microsoft.com/office/officeart/2005/8/layout/vList2"/>
    <dgm:cxn modelId="{8D574A75-8801-41DB-9D19-D6CF811253F7}" type="presParOf" srcId="{16C06E3C-808E-46E1-89AD-59027F5483EE}" destId="{ADE8352D-855A-413A-A1B6-71B0A8EF3995}" srcOrd="1" destOrd="0" presId="urn:microsoft.com/office/officeart/2005/8/layout/vList2"/>
    <dgm:cxn modelId="{878845DA-6643-4784-9441-47750FF2D835}" type="presParOf" srcId="{16C06E3C-808E-46E1-89AD-59027F5483EE}" destId="{78B073BA-5975-40A5-AB5E-BA77AACF9FFC}" srcOrd="2" destOrd="0" presId="urn:microsoft.com/office/officeart/2005/8/layout/vList2"/>
    <dgm:cxn modelId="{B59EE70A-85BB-4863-9C48-0EA3F5CEBCCF}" type="presParOf" srcId="{16C06E3C-808E-46E1-89AD-59027F5483EE}" destId="{AF935E63-B49D-4817-8321-E0B11A483325}" srcOrd="3" destOrd="0" presId="urn:microsoft.com/office/officeart/2005/8/layout/vList2"/>
    <dgm:cxn modelId="{D65A8E29-C671-4655-B8EC-146E5C8E0BF6}" type="presParOf" srcId="{16C06E3C-808E-46E1-89AD-59027F5483EE}" destId="{CD09B9D6-426E-4AF7-8196-F958B6BF80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665555-C5E8-4D7F-BD15-A8D5392CC622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E9A8832-45F8-44B3-80E4-D7144E3C764D}">
      <dgm:prSet/>
      <dgm:spPr/>
      <dgm:t>
        <a:bodyPr/>
        <a:lstStyle/>
        <a:p>
          <a:r>
            <a:rPr lang="en-US"/>
            <a:t>Significant error reduction vs naïve baseline</a:t>
          </a:r>
        </a:p>
      </dgm:t>
    </dgm:pt>
    <dgm:pt modelId="{1A8FD9F6-C818-4DE1-AF28-A81BC0046FEC}" type="parTrans" cxnId="{3D0100B2-5099-42E1-B5AD-33FF7C64B48E}">
      <dgm:prSet/>
      <dgm:spPr/>
      <dgm:t>
        <a:bodyPr/>
        <a:lstStyle/>
        <a:p>
          <a:endParaRPr lang="en-US"/>
        </a:p>
      </dgm:t>
    </dgm:pt>
    <dgm:pt modelId="{D27AAD3D-A4F3-4BDE-92EB-97E95910EB93}" type="sibTrans" cxnId="{3D0100B2-5099-42E1-B5AD-33FF7C64B48E}">
      <dgm:prSet/>
      <dgm:spPr/>
      <dgm:t>
        <a:bodyPr/>
        <a:lstStyle/>
        <a:p>
          <a:endParaRPr lang="en-US"/>
        </a:p>
      </dgm:t>
    </dgm:pt>
    <dgm:pt modelId="{DC0F2341-F143-4501-BD34-7D6FC179829D}">
      <dgm:prSet/>
      <dgm:spPr/>
      <dgm:t>
        <a:bodyPr/>
        <a:lstStyle/>
        <a:p>
          <a:r>
            <a:rPr lang="en-US"/>
            <a:t>Consistent performance on high-volume departments</a:t>
          </a:r>
        </a:p>
      </dgm:t>
    </dgm:pt>
    <dgm:pt modelId="{463172A7-0EED-4845-A5E9-7A630D014C31}" type="parTrans" cxnId="{91024526-E10D-4FB4-80C3-C0F6B050174C}">
      <dgm:prSet/>
      <dgm:spPr/>
      <dgm:t>
        <a:bodyPr/>
        <a:lstStyle/>
        <a:p>
          <a:endParaRPr lang="en-US"/>
        </a:p>
      </dgm:t>
    </dgm:pt>
    <dgm:pt modelId="{084CEE86-4390-422D-9394-D4B0B829DC50}" type="sibTrans" cxnId="{91024526-E10D-4FB4-80C3-C0F6B050174C}">
      <dgm:prSet/>
      <dgm:spPr/>
      <dgm:t>
        <a:bodyPr/>
        <a:lstStyle/>
        <a:p>
          <a:endParaRPr lang="en-US"/>
        </a:p>
      </dgm:t>
    </dgm:pt>
    <dgm:pt modelId="{47207E19-297C-4D70-A174-5F7F8F74923C}">
      <dgm:prSet/>
      <dgm:spPr/>
      <dgm:t>
        <a:bodyPr/>
        <a:lstStyle/>
        <a:p>
          <a:r>
            <a:rPr lang="en-US"/>
            <a:t>Lower variance during peak holiday periods</a:t>
          </a:r>
        </a:p>
      </dgm:t>
    </dgm:pt>
    <dgm:pt modelId="{D572143C-052D-4D5A-B7A4-281628D0FFE4}" type="parTrans" cxnId="{0260FF97-2C8E-484E-A138-D73A7B2DDD71}">
      <dgm:prSet/>
      <dgm:spPr/>
      <dgm:t>
        <a:bodyPr/>
        <a:lstStyle/>
        <a:p>
          <a:endParaRPr lang="en-US"/>
        </a:p>
      </dgm:t>
    </dgm:pt>
    <dgm:pt modelId="{6C7141FE-5AC9-4794-9742-8FA0678F4A92}" type="sibTrans" cxnId="{0260FF97-2C8E-484E-A138-D73A7B2DDD71}">
      <dgm:prSet/>
      <dgm:spPr/>
      <dgm:t>
        <a:bodyPr/>
        <a:lstStyle/>
        <a:p>
          <a:endParaRPr lang="en-US"/>
        </a:p>
      </dgm:t>
    </dgm:pt>
    <dgm:pt modelId="{098A5AFC-C839-4FC7-887D-85EAA480F4E0}" type="pres">
      <dgm:prSet presAssocID="{25665555-C5E8-4D7F-BD15-A8D5392CC622}" presName="vert0" presStyleCnt="0">
        <dgm:presLayoutVars>
          <dgm:dir/>
          <dgm:animOne val="branch"/>
          <dgm:animLvl val="lvl"/>
        </dgm:presLayoutVars>
      </dgm:prSet>
      <dgm:spPr/>
    </dgm:pt>
    <dgm:pt modelId="{7A4F2716-B5B6-4497-98A3-D35AE7E6ACC0}" type="pres">
      <dgm:prSet presAssocID="{2E9A8832-45F8-44B3-80E4-D7144E3C764D}" presName="thickLine" presStyleLbl="alignNode1" presStyleIdx="0" presStyleCnt="3"/>
      <dgm:spPr/>
    </dgm:pt>
    <dgm:pt modelId="{9A7EFCBB-1A24-4525-B18D-3B3CDD8011C2}" type="pres">
      <dgm:prSet presAssocID="{2E9A8832-45F8-44B3-80E4-D7144E3C764D}" presName="horz1" presStyleCnt="0"/>
      <dgm:spPr/>
    </dgm:pt>
    <dgm:pt modelId="{4DE9101B-B755-486E-A08B-128AC90B05FD}" type="pres">
      <dgm:prSet presAssocID="{2E9A8832-45F8-44B3-80E4-D7144E3C764D}" presName="tx1" presStyleLbl="revTx" presStyleIdx="0" presStyleCnt="3"/>
      <dgm:spPr/>
    </dgm:pt>
    <dgm:pt modelId="{8AEDCB81-3FC8-4228-8136-72AD95DEC556}" type="pres">
      <dgm:prSet presAssocID="{2E9A8832-45F8-44B3-80E4-D7144E3C764D}" presName="vert1" presStyleCnt="0"/>
      <dgm:spPr/>
    </dgm:pt>
    <dgm:pt modelId="{9FC93807-A730-46BD-ADE9-B82B5C2C3824}" type="pres">
      <dgm:prSet presAssocID="{DC0F2341-F143-4501-BD34-7D6FC179829D}" presName="thickLine" presStyleLbl="alignNode1" presStyleIdx="1" presStyleCnt="3"/>
      <dgm:spPr/>
    </dgm:pt>
    <dgm:pt modelId="{1143577C-4B29-4706-B1FC-3D73B894E1D9}" type="pres">
      <dgm:prSet presAssocID="{DC0F2341-F143-4501-BD34-7D6FC179829D}" presName="horz1" presStyleCnt="0"/>
      <dgm:spPr/>
    </dgm:pt>
    <dgm:pt modelId="{5F1B9548-A2EA-4786-AA64-04CAA09F897A}" type="pres">
      <dgm:prSet presAssocID="{DC0F2341-F143-4501-BD34-7D6FC179829D}" presName="tx1" presStyleLbl="revTx" presStyleIdx="1" presStyleCnt="3"/>
      <dgm:spPr/>
    </dgm:pt>
    <dgm:pt modelId="{3FCEA0CA-94B9-4C54-BE5B-4544E6D2EA44}" type="pres">
      <dgm:prSet presAssocID="{DC0F2341-F143-4501-BD34-7D6FC179829D}" presName="vert1" presStyleCnt="0"/>
      <dgm:spPr/>
    </dgm:pt>
    <dgm:pt modelId="{1AC415A7-59D7-467B-AB7B-7AFF2A790AED}" type="pres">
      <dgm:prSet presAssocID="{47207E19-297C-4D70-A174-5F7F8F74923C}" presName="thickLine" presStyleLbl="alignNode1" presStyleIdx="2" presStyleCnt="3"/>
      <dgm:spPr/>
    </dgm:pt>
    <dgm:pt modelId="{B74E514A-1A17-4490-A2F6-F8FB9DCBF414}" type="pres">
      <dgm:prSet presAssocID="{47207E19-297C-4D70-A174-5F7F8F74923C}" presName="horz1" presStyleCnt="0"/>
      <dgm:spPr/>
    </dgm:pt>
    <dgm:pt modelId="{CDC5C066-9D2C-4049-B101-7DAE69032051}" type="pres">
      <dgm:prSet presAssocID="{47207E19-297C-4D70-A174-5F7F8F74923C}" presName="tx1" presStyleLbl="revTx" presStyleIdx="2" presStyleCnt="3"/>
      <dgm:spPr/>
    </dgm:pt>
    <dgm:pt modelId="{65224D37-EB18-4456-9320-AFB1FE6D18EC}" type="pres">
      <dgm:prSet presAssocID="{47207E19-297C-4D70-A174-5F7F8F74923C}" presName="vert1" presStyleCnt="0"/>
      <dgm:spPr/>
    </dgm:pt>
  </dgm:ptLst>
  <dgm:cxnLst>
    <dgm:cxn modelId="{91024526-E10D-4FB4-80C3-C0F6B050174C}" srcId="{25665555-C5E8-4D7F-BD15-A8D5392CC622}" destId="{DC0F2341-F143-4501-BD34-7D6FC179829D}" srcOrd="1" destOrd="0" parTransId="{463172A7-0EED-4845-A5E9-7A630D014C31}" sibTransId="{084CEE86-4390-422D-9394-D4B0B829DC50}"/>
    <dgm:cxn modelId="{5CB1F83C-B0ED-45FE-A5CC-A5B1DC96BDBC}" type="presOf" srcId="{25665555-C5E8-4D7F-BD15-A8D5392CC622}" destId="{098A5AFC-C839-4FC7-887D-85EAA480F4E0}" srcOrd="0" destOrd="0" presId="urn:microsoft.com/office/officeart/2008/layout/LinedList"/>
    <dgm:cxn modelId="{83093155-37A3-4AB1-A565-E1189C025102}" type="presOf" srcId="{47207E19-297C-4D70-A174-5F7F8F74923C}" destId="{CDC5C066-9D2C-4049-B101-7DAE69032051}" srcOrd="0" destOrd="0" presId="urn:microsoft.com/office/officeart/2008/layout/LinedList"/>
    <dgm:cxn modelId="{C8EE8D59-83CF-4C5C-83B4-DCD3ECE616F9}" type="presOf" srcId="{DC0F2341-F143-4501-BD34-7D6FC179829D}" destId="{5F1B9548-A2EA-4786-AA64-04CAA09F897A}" srcOrd="0" destOrd="0" presId="urn:microsoft.com/office/officeart/2008/layout/LinedList"/>
    <dgm:cxn modelId="{A171E890-16E2-4C09-9DB5-A9A6143C933A}" type="presOf" srcId="{2E9A8832-45F8-44B3-80E4-D7144E3C764D}" destId="{4DE9101B-B755-486E-A08B-128AC90B05FD}" srcOrd="0" destOrd="0" presId="urn:microsoft.com/office/officeart/2008/layout/LinedList"/>
    <dgm:cxn modelId="{0260FF97-2C8E-484E-A138-D73A7B2DDD71}" srcId="{25665555-C5E8-4D7F-BD15-A8D5392CC622}" destId="{47207E19-297C-4D70-A174-5F7F8F74923C}" srcOrd="2" destOrd="0" parTransId="{D572143C-052D-4D5A-B7A4-281628D0FFE4}" sibTransId="{6C7141FE-5AC9-4794-9742-8FA0678F4A92}"/>
    <dgm:cxn modelId="{3D0100B2-5099-42E1-B5AD-33FF7C64B48E}" srcId="{25665555-C5E8-4D7F-BD15-A8D5392CC622}" destId="{2E9A8832-45F8-44B3-80E4-D7144E3C764D}" srcOrd="0" destOrd="0" parTransId="{1A8FD9F6-C818-4DE1-AF28-A81BC0046FEC}" sibTransId="{D27AAD3D-A4F3-4BDE-92EB-97E95910EB93}"/>
    <dgm:cxn modelId="{2BADFC5A-DB69-41C8-A368-A5EFD39C9438}" type="presParOf" srcId="{098A5AFC-C839-4FC7-887D-85EAA480F4E0}" destId="{7A4F2716-B5B6-4497-98A3-D35AE7E6ACC0}" srcOrd="0" destOrd="0" presId="urn:microsoft.com/office/officeart/2008/layout/LinedList"/>
    <dgm:cxn modelId="{CEBF2CC3-68E4-414C-A04B-26C91E6F6EDD}" type="presParOf" srcId="{098A5AFC-C839-4FC7-887D-85EAA480F4E0}" destId="{9A7EFCBB-1A24-4525-B18D-3B3CDD8011C2}" srcOrd="1" destOrd="0" presId="urn:microsoft.com/office/officeart/2008/layout/LinedList"/>
    <dgm:cxn modelId="{AFAB4D5F-66DF-43EC-BBA2-07908DC339AE}" type="presParOf" srcId="{9A7EFCBB-1A24-4525-B18D-3B3CDD8011C2}" destId="{4DE9101B-B755-486E-A08B-128AC90B05FD}" srcOrd="0" destOrd="0" presId="urn:microsoft.com/office/officeart/2008/layout/LinedList"/>
    <dgm:cxn modelId="{E338C960-C731-424B-A735-5B9944EB5E72}" type="presParOf" srcId="{9A7EFCBB-1A24-4525-B18D-3B3CDD8011C2}" destId="{8AEDCB81-3FC8-4228-8136-72AD95DEC556}" srcOrd="1" destOrd="0" presId="urn:microsoft.com/office/officeart/2008/layout/LinedList"/>
    <dgm:cxn modelId="{B204E895-F006-4DCB-BDF2-76D0CD98714A}" type="presParOf" srcId="{098A5AFC-C839-4FC7-887D-85EAA480F4E0}" destId="{9FC93807-A730-46BD-ADE9-B82B5C2C3824}" srcOrd="2" destOrd="0" presId="urn:microsoft.com/office/officeart/2008/layout/LinedList"/>
    <dgm:cxn modelId="{7EEA7879-75EA-4EB7-A963-2234D18F3B43}" type="presParOf" srcId="{098A5AFC-C839-4FC7-887D-85EAA480F4E0}" destId="{1143577C-4B29-4706-B1FC-3D73B894E1D9}" srcOrd="3" destOrd="0" presId="urn:microsoft.com/office/officeart/2008/layout/LinedList"/>
    <dgm:cxn modelId="{A47BEE8F-6B4A-45FD-A1D4-3219100764DC}" type="presParOf" srcId="{1143577C-4B29-4706-B1FC-3D73B894E1D9}" destId="{5F1B9548-A2EA-4786-AA64-04CAA09F897A}" srcOrd="0" destOrd="0" presId="urn:microsoft.com/office/officeart/2008/layout/LinedList"/>
    <dgm:cxn modelId="{D728D30F-6822-437D-8917-555907ADF33B}" type="presParOf" srcId="{1143577C-4B29-4706-B1FC-3D73B894E1D9}" destId="{3FCEA0CA-94B9-4C54-BE5B-4544E6D2EA44}" srcOrd="1" destOrd="0" presId="urn:microsoft.com/office/officeart/2008/layout/LinedList"/>
    <dgm:cxn modelId="{98A54AD6-A6AC-4C48-8B13-3866608E6396}" type="presParOf" srcId="{098A5AFC-C839-4FC7-887D-85EAA480F4E0}" destId="{1AC415A7-59D7-467B-AB7B-7AFF2A790AED}" srcOrd="4" destOrd="0" presId="urn:microsoft.com/office/officeart/2008/layout/LinedList"/>
    <dgm:cxn modelId="{E5C11326-60F9-49DA-9DCB-3B275B4A599B}" type="presParOf" srcId="{098A5AFC-C839-4FC7-887D-85EAA480F4E0}" destId="{B74E514A-1A17-4490-A2F6-F8FB9DCBF414}" srcOrd="5" destOrd="0" presId="urn:microsoft.com/office/officeart/2008/layout/LinedList"/>
    <dgm:cxn modelId="{6457D115-1737-4946-95A3-05B58566725F}" type="presParOf" srcId="{B74E514A-1A17-4490-A2F6-F8FB9DCBF414}" destId="{CDC5C066-9D2C-4049-B101-7DAE69032051}" srcOrd="0" destOrd="0" presId="urn:microsoft.com/office/officeart/2008/layout/LinedList"/>
    <dgm:cxn modelId="{80A655F4-7C2F-48EF-B499-85D45A5DC8E0}" type="presParOf" srcId="{B74E514A-1A17-4490-A2F6-F8FB9DCBF414}" destId="{65224D37-EB18-4456-9320-AFB1FE6D18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8AF77C3-AEAC-4AED-981F-5F949872F13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3849D4C-0723-4C8C-9496-F6703C5F76F6}">
      <dgm:prSet/>
      <dgm:spPr/>
      <dgm:t>
        <a:bodyPr/>
        <a:lstStyle/>
        <a:p>
          <a:r>
            <a:rPr lang="en-US"/>
            <a:t>Weekly batch forecasting aligned with business cadence</a:t>
          </a:r>
        </a:p>
      </dgm:t>
    </dgm:pt>
    <dgm:pt modelId="{3DCB8116-CDA4-4A8F-8411-AA807EE5BD8B}" type="parTrans" cxnId="{5FC3B41B-9058-48CA-A1BC-ED340D352ECD}">
      <dgm:prSet/>
      <dgm:spPr/>
      <dgm:t>
        <a:bodyPr/>
        <a:lstStyle/>
        <a:p>
          <a:endParaRPr lang="en-US"/>
        </a:p>
      </dgm:t>
    </dgm:pt>
    <dgm:pt modelId="{828C2D42-46C2-4708-A36F-0956DC7AC16C}" type="sibTrans" cxnId="{5FC3B41B-9058-48CA-A1BC-ED340D352ECD}">
      <dgm:prSet/>
      <dgm:spPr/>
      <dgm:t>
        <a:bodyPr/>
        <a:lstStyle/>
        <a:p>
          <a:endParaRPr lang="en-US"/>
        </a:p>
      </dgm:t>
    </dgm:pt>
    <dgm:pt modelId="{4CA1B20E-5186-44EE-B249-C09F39BB684E}">
      <dgm:prSet/>
      <dgm:spPr/>
      <dgm:t>
        <a:bodyPr/>
        <a:lstStyle/>
        <a:p>
          <a:r>
            <a:rPr lang="en-US"/>
            <a:t>Automated retraining pipeline</a:t>
          </a:r>
        </a:p>
      </dgm:t>
    </dgm:pt>
    <dgm:pt modelId="{6CB40B22-B431-436A-AD69-9155AD67428B}" type="parTrans" cxnId="{52DF0B26-5784-4DF1-B40C-F734E8F9AA95}">
      <dgm:prSet/>
      <dgm:spPr/>
      <dgm:t>
        <a:bodyPr/>
        <a:lstStyle/>
        <a:p>
          <a:endParaRPr lang="en-US"/>
        </a:p>
      </dgm:t>
    </dgm:pt>
    <dgm:pt modelId="{B7B4C928-63EA-4012-AE66-9335BF7A868D}" type="sibTrans" cxnId="{52DF0B26-5784-4DF1-B40C-F734E8F9AA95}">
      <dgm:prSet/>
      <dgm:spPr/>
      <dgm:t>
        <a:bodyPr/>
        <a:lstStyle/>
        <a:p>
          <a:endParaRPr lang="en-US"/>
        </a:p>
      </dgm:t>
    </dgm:pt>
    <dgm:pt modelId="{18EBC289-90A1-47C6-8BA1-C5797ECA5D56}">
      <dgm:prSet/>
      <dgm:spPr/>
      <dgm:t>
        <a:bodyPr/>
        <a:lstStyle/>
        <a:p>
          <a:r>
            <a:rPr lang="en-US"/>
            <a:t>Centralized forecast storage for downstream systems</a:t>
          </a:r>
        </a:p>
      </dgm:t>
    </dgm:pt>
    <dgm:pt modelId="{085BFCBD-A705-48F8-9D5C-972798562107}" type="parTrans" cxnId="{3AA193CA-56FF-458B-B321-F5D6C84C00E6}">
      <dgm:prSet/>
      <dgm:spPr/>
      <dgm:t>
        <a:bodyPr/>
        <a:lstStyle/>
        <a:p>
          <a:endParaRPr lang="en-US"/>
        </a:p>
      </dgm:t>
    </dgm:pt>
    <dgm:pt modelId="{476B5D22-CE49-42FC-8B75-4BBF2A70C8AF}" type="sibTrans" cxnId="{3AA193CA-56FF-458B-B321-F5D6C84C00E6}">
      <dgm:prSet/>
      <dgm:spPr/>
      <dgm:t>
        <a:bodyPr/>
        <a:lstStyle/>
        <a:p>
          <a:endParaRPr lang="en-US"/>
        </a:p>
      </dgm:t>
    </dgm:pt>
    <dgm:pt modelId="{D957CC28-336A-4496-804A-95CEBAB00924}" type="pres">
      <dgm:prSet presAssocID="{48AF77C3-AEAC-4AED-981F-5F949872F139}" presName="linear" presStyleCnt="0">
        <dgm:presLayoutVars>
          <dgm:animLvl val="lvl"/>
          <dgm:resizeHandles val="exact"/>
        </dgm:presLayoutVars>
      </dgm:prSet>
      <dgm:spPr/>
    </dgm:pt>
    <dgm:pt modelId="{EFEEA4CB-ED89-4987-9A51-0BE3A53745A3}" type="pres">
      <dgm:prSet presAssocID="{93849D4C-0723-4C8C-9496-F6703C5F76F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BB432E-6A03-4C02-9263-9AB655CF4192}" type="pres">
      <dgm:prSet presAssocID="{828C2D42-46C2-4708-A36F-0956DC7AC16C}" presName="spacer" presStyleCnt="0"/>
      <dgm:spPr/>
    </dgm:pt>
    <dgm:pt modelId="{5DE3EE7E-93A2-4BB1-AE8C-974A5D702E09}" type="pres">
      <dgm:prSet presAssocID="{4CA1B20E-5186-44EE-B249-C09F39BB68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A89574-2E78-4D08-BB7D-6DCB85107BCC}" type="pres">
      <dgm:prSet presAssocID="{B7B4C928-63EA-4012-AE66-9335BF7A868D}" presName="spacer" presStyleCnt="0"/>
      <dgm:spPr/>
    </dgm:pt>
    <dgm:pt modelId="{0BCEAA1A-5E29-4257-917B-F055DAA82D90}" type="pres">
      <dgm:prSet presAssocID="{18EBC289-90A1-47C6-8BA1-C5797ECA5D5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FC3B41B-9058-48CA-A1BC-ED340D352ECD}" srcId="{48AF77C3-AEAC-4AED-981F-5F949872F139}" destId="{93849D4C-0723-4C8C-9496-F6703C5F76F6}" srcOrd="0" destOrd="0" parTransId="{3DCB8116-CDA4-4A8F-8411-AA807EE5BD8B}" sibTransId="{828C2D42-46C2-4708-A36F-0956DC7AC16C}"/>
    <dgm:cxn modelId="{52DF0B26-5784-4DF1-B40C-F734E8F9AA95}" srcId="{48AF77C3-AEAC-4AED-981F-5F949872F139}" destId="{4CA1B20E-5186-44EE-B249-C09F39BB684E}" srcOrd="1" destOrd="0" parTransId="{6CB40B22-B431-436A-AD69-9155AD67428B}" sibTransId="{B7B4C928-63EA-4012-AE66-9335BF7A868D}"/>
    <dgm:cxn modelId="{3837A940-5129-4D8A-BCCE-CCC8C68AE79F}" type="presOf" srcId="{48AF77C3-AEAC-4AED-981F-5F949872F139}" destId="{D957CC28-336A-4496-804A-95CEBAB00924}" srcOrd="0" destOrd="0" presId="urn:microsoft.com/office/officeart/2005/8/layout/vList2"/>
    <dgm:cxn modelId="{E964D3B9-B379-4FCA-9418-9487A20FC23F}" type="presOf" srcId="{4CA1B20E-5186-44EE-B249-C09F39BB684E}" destId="{5DE3EE7E-93A2-4BB1-AE8C-974A5D702E09}" srcOrd="0" destOrd="0" presId="urn:microsoft.com/office/officeart/2005/8/layout/vList2"/>
    <dgm:cxn modelId="{3AA193CA-56FF-458B-B321-F5D6C84C00E6}" srcId="{48AF77C3-AEAC-4AED-981F-5F949872F139}" destId="{18EBC289-90A1-47C6-8BA1-C5797ECA5D56}" srcOrd="2" destOrd="0" parTransId="{085BFCBD-A705-48F8-9D5C-972798562107}" sibTransId="{476B5D22-CE49-42FC-8B75-4BBF2A70C8AF}"/>
    <dgm:cxn modelId="{49EEC9CF-5838-4D1C-A292-629A6183FE9B}" type="presOf" srcId="{93849D4C-0723-4C8C-9496-F6703C5F76F6}" destId="{EFEEA4CB-ED89-4987-9A51-0BE3A53745A3}" srcOrd="0" destOrd="0" presId="urn:microsoft.com/office/officeart/2005/8/layout/vList2"/>
    <dgm:cxn modelId="{5ED0D0EE-6C48-44EE-9116-BD5FCCE15885}" type="presOf" srcId="{18EBC289-90A1-47C6-8BA1-C5797ECA5D56}" destId="{0BCEAA1A-5E29-4257-917B-F055DAA82D90}" srcOrd="0" destOrd="0" presId="urn:microsoft.com/office/officeart/2005/8/layout/vList2"/>
    <dgm:cxn modelId="{67052A64-2FC1-45E0-A5E0-4506C3CE0AE9}" type="presParOf" srcId="{D957CC28-336A-4496-804A-95CEBAB00924}" destId="{EFEEA4CB-ED89-4987-9A51-0BE3A53745A3}" srcOrd="0" destOrd="0" presId="urn:microsoft.com/office/officeart/2005/8/layout/vList2"/>
    <dgm:cxn modelId="{36A2A0B1-3007-46F6-A6B1-CE1AEB96A42C}" type="presParOf" srcId="{D957CC28-336A-4496-804A-95CEBAB00924}" destId="{0ABB432E-6A03-4C02-9263-9AB655CF4192}" srcOrd="1" destOrd="0" presId="urn:microsoft.com/office/officeart/2005/8/layout/vList2"/>
    <dgm:cxn modelId="{1D722E73-FF6C-414A-B5B3-9027789168FF}" type="presParOf" srcId="{D957CC28-336A-4496-804A-95CEBAB00924}" destId="{5DE3EE7E-93A2-4BB1-AE8C-974A5D702E09}" srcOrd="2" destOrd="0" presId="urn:microsoft.com/office/officeart/2005/8/layout/vList2"/>
    <dgm:cxn modelId="{103495B3-F2E1-440A-8DA4-5A9BCA63BE0E}" type="presParOf" srcId="{D957CC28-336A-4496-804A-95CEBAB00924}" destId="{92A89574-2E78-4D08-BB7D-6DCB85107BCC}" srcOrd="3" destOrd="0" presId="urn:microsoft.com/office/officeart/2005/8/layout/vList2"/>
    <dgm:cxn modelId="{A96C337D-7A4B-4C00-8E4C-28FD81D58FD5}" type="presParOf" srcId="{D957CC28-336A-4496-804A-95CEBAB00924}" destId="{0BCEAA1A-5E29-4257-917B-F055DAA82D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191145-9C9B-4BC0-8E09-5E200B6F91C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FC90EA7-9EAD-43BF-9C32-BD9FB3F1E8A7}">
      <dgm:prSet/>
      <dgm:spPr/>
      <dgm:t>
        <a:bodyPr/>
        <a:lstStyle/>
        <a:p>
          <a:pPr>
            <a:defRPr cap="all"/>
          </a:pPr>
          <a:r>
            <a:rPr lang="en-US"/>
            <a:t>Reduced overstock and stock-out risk</a:t>
          </a:r>
        </a:p>
      </dgm:t>
    </dgm:pt>
    <dgm:pt modelId="{25E0BBEC-04B4-42B3-B8DD-5DB7E70D439E}" type="parTrans" cxnId="{F3EDD2AC-725A-4640-97AE-FF08406B2E57}">
      <dgm:prSet/>
      <dgm:spPr/>
      <dgm:t>
        <a:bodyPr/>
        <a:lstStyle/>
        <a:p>
          <a:endParaRPr lang="en-US"/>
        </a:p>
      </dgm:t>
    </dgm:pt>
    <dgm:pt modelId="{FFAA8D85-C01D-4572-8F31-A615BC08EC31}" type="sibTrans" cxnId="{F3EDD2AC-725A-4640-97AE-FF08406B2E57}">
      <dgm:prSet/>
      <dgm:spPr/>
      <dgm:t>
        <a:bodyPr/>
        <a:lstStyle/>
        <a:p>
          <a:endParaRPr lang="en-US"/>
        </a:p>
      </dgm:t>
    </dgm:pt>
    <dgm:pt modelId="{CDC0E0DF-FE68-43E9-BD33-5FB7D9294810}">
      <dgm:prSet/>
      <dgm:spPr/>
      <dgm:t>
        <a:bodyPr/>
        <a:lstStyle/>
        <a:p>
          <a:pPr>
            <a:defRPr cap="all"/>
          </a:pPr>
          <a:r>
            <a:rPr lang="en-US"/>
            <a:t>Improved labor and promotion planning</a:t>
          </a:r>
        </a:p>
      </dgm:t>
    </dgm:pt>
    <dgm:pt modelId="{3B9C5F24-F304-49DA-93C0-CF89F0262393}" type="parTrans" cxnId="{7A5F82B7-D831-4336-A346-00ED59856B36}">
      <dgm:prSet/>
      <dgm:spPr/>
      <dgm:t>
        <a:bodyPr/>
        <a:lstStyle/>
        <a:p>
          <a:endParaRPr lang="en-US"/>
        </a:p>
      </dgm:t>
    </dgm:pt>
    <dgm:pt modelId="{DF711358-8DA0-4544-A996-6ECE91825A81}" type="sibTrans" cxnId="{7A5F82B7-D831-4336-A346-00ED59856B36}">
      <dgm:prSet/>
      <dgm:spPr/>
      <dgm:t>
        <a:bodyPr/>
        <a:lstStyle/>
        <a:p>
          <a:endParaRPr lang="en-US"/>
        </a:p>
      </dgm:t>
    </dgm:pt>
    <dgm:pt modelId="{A6B9168F-162B-4625-B847-F8BD5FFF3AC7}">
      <dgm:prSet/>
      <dgm:spPr/>
      <dgm:t>
        <a:bodyPr/>
        <a:lstStyle/>
        <a:p>
          <a:pPr>
            <a:defRPr cap="all"/>
          </a:pPr>
          <a:r>
            <a:rPr lang="en-US"/>
            <a:t>Framework reusable across regions and time horizons</a:t>
          </a:r>
        </a:p>
      </dgm:t>
    </dgm:pt>
    <dgm:pt modelId="{86F0389A-C545-4BD2-BFB4-CD3D7E2F0737}" type="parTrans" cxnId="{BAC4B9F3-375A-4C8F-AF78-C4809992BF23}">
      <dgm:prSet/>
      <dgm:spPr/>
      <dgm:t>
        <a:bodyPr/>
        <a:lstStyle/>
        <a:p>
          <a:endParaRPr lang="en-US"/>
        </a:p>
      </dgm:t>
    </dgm:pt>
    <dgm:pt modelId="{22D33983-FE09-4661-9A7A-DD2CEE4C916F}" type="sibTrans" cxnId="{BAC4B9F3-375A-4C8F-AF78-C4809992BF23}">
      <dgm:prSet/>
      <dgm:spPr/>
      <dgm:t>
        <a:bodyPr/>
        <a:lstStyle/>
        <a:p>
          <a:endParaRPr lang="en-US"/>
        </a:p>
      </dgm:t>
    </dgm:pt>
    <dgm:pt modelId="{9D35BAB0-6142-4D34-A59B-DB64034FEEDA}" type="pres">
      <dgm:prSet presAssocID="{70191145-9C9B-4BC0-8E09-5E200B6F91C8}" presName="root" presStyleCnt="0">
        <dgm:presLayoutVars>
          <dgm:dir/>
          <dgm:resizeHandles val="exact"/>
        </dgm:presLayoutVars>
      </dgm:prSet>
      <dgm:spPr/>
    </dgm:pt>
    <dgm:pt modelId="{9865D70F-799E-4F09-97D2-DA3BEA4CF441}" type="pres">
      <dgm:prSet presAssocID="{FFC90EA7-9EAD-43BF-9C32-BD9FB3F1E8A7}" presName="compNode" presStyleCnt="0"/>
      <dgm:spPr/>
    </dgm:pt>
    <dgm:pt modelId="{17808CA6-A777-429F-AFFB-248ED216226F}" type="pres">
      <dgm:prSet presAssocID="{FFC90EA7-9EAD-43BF-9C32-BD9FB3F1E8A7}" presName="iconBgRect" presStyleLbl="bgShp" presStyleIdx="0" presStyleCnt="3"/>
      <dgm:spPr/>
    </dgm:pt>
    <dgm:pt modelId="{30FB71FF-77C2-45B2-AF49-38B64EB0ED2D}" type="pres">
      <dgm:prSet presAssocID="{FFC90EA7-9EAD-43BF-9C32-BD9FB3F1E8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ACAAC9F1-0900-42EB-BA3A-3D2F49E3B974}" type="pres">
      <dgm:prSet presAssocID="{FFC90EA7-9EAD-43BF-9C32-BD9FB3F1E8A7}" presName="spaceRect" presStyleCnt="0"/>
      <dgm:spPr/>
    </dgm:pt>
    <dgm:pt modelId="{BC8D0932-119B-4656-B461-8588876A8B77}" type="pres">
      <dgm:prSet presAssocID="{FFC90EA7-9EAD-43BF-9C32-BD9FB3F1E8A7}" presName="textRect" presStyleLbl="revTx" presStyleIdx="0" presStyleCnt="3">
        <dgm:presLayoutVars>
          <dgm:chMax val="1"/>
          <dgm:chPref val="1"/>
        </dgm:presLayoutVars>
      </dgm:prSet>
      <dgm:spPr/>
    </dgm:pt>
    <dgm:pt modelId="{0F2A3F05-712D-4FA1-835C-AAC49ADDDD4A}" type="pres">
      <dgm:prSet presAssocID="{FFAA8D85-C01D-4572-8F31-A615BC08EC31}" presName="sibTrans" presStyleCnt="0"/>
      <dgm:spPr/>
    </dgm:pt>
    <dgm:pt modelId="{2F57A9DE-06EF-4C21-909F-A9F17411C9D3}" type="pres">
      <dgm:prSet presAssocID="{CDC0E0DF-FE68-43E9-BD33-5FB7D9294810}" presName="compNode" presStyleCnt="0"/>
      <dgm:spPr/>
    </dgm:pt>
    <dgm:pt modelId="{1CDDD7C7-58F3-4AF6-8947-FD6D9ABA9652}" type="pres">
      <dgm:prSet presAssocID="{CDC0E0DF-FE68-43E9-BD33-5FB7D9294810}" presName="iconBgRect" presStyleLbl="bgShp" presStyleIdx="1" presStyleCnt="3"/>
      <dgm:spPr/>
    </dgm:pt>
    <dgm:pt modelId="{8AB2B226-2A31-418B-9E2B-0CFD0F037B53}" type="pres">
      <dgm:prSet presAssocID="{CDC0E0DF-FE68-43E9-BD33-5FB7D92948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A431A4F-B71D-4A3D-BD81-CA274CE2E175}" type="pres">
      <dgm:prSet presAssocID="{CDC0E0DF-FE68-43E9-BD33-5FB7D9294810}" presName="spaceRect" presStyleCnt="0"/>
      <dgm:spPr/>
    </dgm:pt>
    <dgm:pt modelId="{D7E27219-6AB9-4868-AE13-D55608CB3003}" type="pres">
      <dgm:prSet presAssocID="{CDC0E0DF-FE68-43E9-BD33-5FB7D9294810}" presName="textRect" presStyleLbl="revTx" presStyleIdx="1" presStyleCnt="3">
        <dgm:presLayoutVars>
          <dgm:chMax val="1"/>
          <dgm:chPref val="1"/>
        </dgm:presLayoutVars>
      </dgm:prSet>
      <dgm:spPr/>
    </dgm:pt>
    <dgm:pt modelId="{64732B7E-8151-4EFA-BE32-E6A2B6F3669E}" type="pres">
      <dgm:prSet presAssocID="{DF711358-8DA0-4544-A996-6ECE91825A81}" presName="sibTrans" presStyleCnt="0"/>
      <dgm:spPr/>
    </dgm:pt>
    <dgm:pt modelId="{770A3888-D138-4BC8-8FB1-57AFD2AF5F5E}" type="pres">
      <dgm:prSet presAssocID="{A6B9168F-162B-4625-B847-F8BD5FFF3AC7}" presName="compNode" presStyleCnt="0"/>
      <dgm:spPr/>
    </dgm:pt>
    <dgm:pt modelId="{0663CE29-9015-402D-AB07-10F894415D4D}" type="pres">
      <dgm:prSet presAssocID="{A6B9168F-162B-4625-B847-F8BD5FFF3AC7}" presName="iconBgRect" presStyleLbl="bgShp" presStyleIdx="2" presStyleCnt="3"/>
      <dgm:spPr/>
    </dgm:pt>
    <dgm:pt modelId="{A5EB965C-C4B9-43D1-8DF6-881D5F721085}" type="pres">
      <dgm:prSet presAssocID="{A6B9168F-162B-4625-B847-F8BD5FFF3A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5C1C35B3-43F5-4B6F-BDF2-DDCC859D5B87}" type="pres">
      <dgm:prSet presAssocID="{A6B9168F-162B-4625-B847-F8BD5FFF3AC7}" presName="spaceRect" presStyleCnt="0"/>
      <dgm:spPr/>
    </dgm:pt>
    <dgm:pt modelId="{D24D57F9-520F-41BC-B2F9-BE634249C036}" type="pres">
      <dgm:prSet presAssocID="{A6B9168F-162B-4625-B847-F8BD5FFF3AC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AFF9593-29E8-4A1C-BB58-B690A60E33F4}" type="presOf" srcId="{CDC0E0DF-FE68-43E9-BD33-5FB7D9294810}" destId="{D7E27219-6AB9-4868-AE13-D55608CB3003}" srcOrd="0" destOrd="0" presId="urn:microsoft.com/office/officeart/2018/5/layout/IconCircleLabelList"/>
    <dgm:cxn modelId="{F3EDD2AC-725A-4640-97AE-FF08406B2E57}" srcId="{70191145-9C9B-4BC0-8E09-5E200B6F91C8}" destId="{FFC90EA7-9EAD-43BF-9C32-BD9FB3F1E8A7}" srcOrd="0" destOrd="0" parTransId="{25E0BBEC-04B4-42B3-B8DD-5DB7E70D439E}" sibTransId="{FFAA8D85-C01D-4572-8F31-A615BC08EC31}"/>
    <dgm:cxn modelId="{7A5F82B7-D831-4336-A346-00ED59856B36}" srcId="{70191145-9C9B-4BC0-8E09-5E200B6F91C8}" destId="{CDC0E0DF-FE68-43E9-BD33-5FB7D9294810}" srcOrd="1" destOrd="0" parTransId="{3B9C5F24-F304-49DA-93C0-CF89F0262393}" sibTransId="{DF711358-8DA0-4544-A996-6ECE91825A81}"/>
    <dgm:cxn modelId="{207172E0-03D3-4AFA-ABFA-41B799501D2E}" type="presOf" srcId="{FFC90EA7-9EAD-43BF-9C32-BD9FB3F1E8A7}" destId="{BC8D0932-119B-4656-B461-8588876A8B77}" srcOrd="0" destOrd="0" presId="urn:microsoft.com/office/officeart/2018/5/layout/IconCircleLabelList"/>
    <dgm:cxn modelId="{C2FA24F2-6CE2-4A36-BD89-B5EA37AC4810}" type="presOf" srcId="{70191145-9C9B-4BC0-8E09-5E200B6F91C8}" destId="{9D35BAB0-6142-4D34-A59B-DB64034FEEDA}" srcOrd="0" destOrd="0" presId="urn:microsoft.com/office/officeart/2018/5/layout/IconCircleLabelList"/>
    <dgm:cxn modelId="{BAC4B9F3-375A-4C8F-AF78-C4809992BF23}" srcId="{70191145-9C9B-4BC0-8E09-5E200B6F91C8}" destId="{A6B9168F-162B-4625-B847-F8BD5FFF3AC7}" srcOrd="2" destOrd="0" parTransId="{86F0389A-C545-4BD2-BFB4-CD3D7E2F0737}" sibTransId="{22D33983-FE09-4661-9A7A-DD2CEE4C916F}"/>
    <dgm:cxn modelId="{25D613F7-F4FB-4F6B-8447-5F4FCD9301F4}" type="presOf" srcId="{A6B9168F-162B-4625-B847-F8BD5FFF3AC7}" destId="{D24D57F9-520F-41BC-B2F9-BE634249C036}" srcOrd="0" destOrd="0" presId="urn:microsoft.com/office/officeart/2018/5/layout/IconCircleLabelList"/>
    <dgm:cxn modelId="{94C393A2-1833-432D-840E-83A01FCF600C}" type="presParOf" srcId="{9D35BAB0-6142-4D34-A59B-DB64034FEEDA}" destId="{9865D70F-799E-4F09-97D2-DA3BEA4CF441}" srcOrd="0" destOrd="0" presId="urn:microsoft.com/office/officeart/2018/5/layout/IconCircleLabelList"/>
    <dgm:cxn modelId="{6C094D84-2965-4E9E-A0A7-5CF40B29BF01}" type="presParOf" srcId="{9865D70F-799E-4F09-97D2-DA3BEA4CF441}" destId="{17808CA6-A777-429F-AFFB-248ED216226F}" srcOrd="0" destOrd="0" presId="urn:microsoft.com/office/officeart/2018/5/layout/IconCircleLabelList"/>
    <dgm:cxn modelId="{803077A9-BDE9-4439-9125-F5728EA643AB}" type="presParOf" srcId="{9865D70F-799E-4F09-97D2-DA3BEA4CF441}" destId="{30FB71FF-77C2-45B2-AF49-38B64EB0ED2D}" srcOrd="1" destOrd="0" presId="urn:microsoft.com/office/officeart/2018/5/layout/IconCircleLabelList"/>
    <dgm:cxn modelId="{084E1D9D-4CEA-44B6-A4FD-89F56D717282}" type="presParOf" srcId="{9865D70F-799E-4F09-97D2-DA3BEA4CF441}" destId="{ACAAC9F1-0900-42EB-BA3A-3D2F49E3B974}" srcOrd="2" destOrd="0" presId="urn:microsoft.com/office/officeart/2018/5/layout/IconCircleLabelList"/>
    <dgm:cxn modelId="{9B6B18E9-FE59-4F7A-AE32-BE3855937CB6}" type="presParOf" srcId="{9865D70F-799E-4F09-97D2-DA3BEA4CF441}" destId="{BC8D0932-119B-4656-B461-8588876A8B77}" srcOrd="3" destOrd="0" presId="urn:microsoft.com/office/officeart/2018/5/layout/IconCircleLabelList"/>
    <dgm:cxn modelId="{4E56B6BB-5204-4C62-AB9E-D2E86B9842C5}" type="presParOf" srcId="{9D35BAB0-6142-4D34-A59B-DB64034FEEDA}" destId="{0F2A3F05-712D-4FA1-835C-AAC49ADDDD4A}" srcOrd="1" destOrd="0" presId="urn:microsoft.com/office/officeart/2018/5/layout/IconCircleLabelList"/>
    <dgm:cxn modelId="{39D23362-D2F2-4413-A87E-6C3743CDFE55}" type="presParOf" srcId="{9D35BAB0-6142-4D34-A59B-DB64034FEEDA}" destId="{2F57A9DE-06EF-4C21-909F-A9F17411C9D3}" srcOrd="2" destOrd="0" presId="urn:microsoft.com/office/officeart/2018/5/layout/IconCircleLabelList"/>
    <dgm:cxn modelId="{B7ACA6E9-BB47-410C-A32C-2DD37C349ECB}" type="presParOf" srcId="{2F57A9DE-06EF-4C21-909F-A9F17411C9D3}" destId="{1CDDD7C7-58F3-4AF6-8947-FD6D9ABA9652}" srcOrd="0" destOrd="0" presId="urn:microsoft.com/office/officeart/2018/5/layout/IconCircleLabelList"/>
    <dgm:cxn modelId="{5331C995-78BC-4D5C-9A75-CD99BC995198}" type="presParOf" srcId="{2F57A9DE-06EF-4C21-909F-A9F17411C9D3}" destId="{8AB2B226-2A31-418B-9E2B-0CFD0F037B53}" srcOrd="1" destOrd="0" presId="urn:microsoft.com/office/officeart/2018/5/layout/IconCircleLabelList"/>
    <dgm:cxn modelId="{BE17DA92-09BC-4509-9A16-1E544A683890}" type="presParOf" srcId="{2F57A9DE-06EF-4C21-909F-A9F17411C9D3}" destId="{FA431A4F-B71D-4A3D-BD81-CA274CE2E175}" srcOrd="2" destOrd="0" presId="urn:microsoft.com/office/officeart/2018/5/layout/IconCircleLabelList"/>
    <dgm:cxn modelId="{1C4FBEE5-502E-4241-A42E-D0F4F5DE8581}" type="presParOf" srcId="{2F57A9DE-06EF-4C21-909F-A9F17411C9D3}" destId="{D7E27219-6AB9-4868-AE13-D55608CB3003}" srcOrd="3" destOrd="0" presId="urn:microsoft.com/office/officeart/2018/5/layout/IconCircleLabelList"/>
    <dgm:cxn modelId="{57B60158-9E5C-4450-AC44-E5B2531344F0}" type="presParOf" srcId="{9D35BAB0-6142-4D34-A59B-DB64034FEEDA}" destId="{64732B7E-8151-4EFA-BE32-E6A2B6F3669E}" srcOrd="3" destOrd="0" presId="urn:microsoft.com/office/officeart/2018/5/layout/IconCircleLabelList"/>
    <dgm:cxn modelId="{283B87CE-2586-4C36-AA68-E99CB4E5AA90}" type="presParOf" srcId="{9D35BAB0-6142-4D34-A59B-DB64034FEEDA}" destId="{770A3888-D138-4BC8-8FB1-57AFD2AF5F5E}" srcOrd="4" destOrd="0" presId="urn:microsoft.com/office/officeart/2018/5/layout/IconCircleLabelList"/>
    <dgm:cxn modelId="{1A829618-4599-40A7-A39A-FBF670F6D013}" type="presParOf" srcId="{770A3888-D138-4BC8-8FB1-57AFD2AF5F5E}" destId="{0663CE29-9015-402D-AB07-10F894415D4D}" srcOrd="0" destOrd="0" presId="urn:microsoft.com/office/officeart/2018/5/layout/IconCircleLabelList"/>
    <dgm:cxn modelId="{69943703-49BB-4A54-9D2F-9CF2D6BF3069}" type="presParOf" srcId="{770A3888-D138-4BC8-8FB1-57AFD2AF5F5E}" destId="{A5EB965C-C4B9-43D1-8DF6-881D5F721085}" srcOrd="1" destOrd="0" presId="urn:microsoft.com/office/officeart/2018/5/layout/IconCircleLabelList"/>
    <dgm:cxn modelId="{43C3017C-15B8-4DCA-8D6F-AAACB5F1AC7F}" type="presParOf" srcId="{770A3888-D138-4BC8-8FB1-57AFD2AF5F5E}" destId="{5C1C35B3-43F5-4B6F-BDF2-DDCC859D5B87}" srcOrd="2" destOrd="0" presId="urn:microsoft.com/office/officeart/2018/5/layout/IconCircleLabelList"/>
    <dgm:cxn modelId="{AA6A6650-767A-4FD3-9819-E389EF71AA32}" type="presParOf" srcId="{770A3888-D138-4BC8-8FB1-57AFD2AF5F5E}" destId="{D24D57F9-520F-41BC-B2F9-BE634249C0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F5DAD-415D-4F70-85A6-6CC13EE7B9E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E4DA9-3CEA-4F7D-B7A2-85D7FD5E566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FBC42-6298-4587-B2A4-27157931E32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Inability to anticipate demand spikes leading to last-minute operational decision making</a:t>
          </a:r>
          <a:endParaRPr lang="en-US" sz="1200" kern="1200"/>
        </a:p>
      </dsp:txBody>
      <dsp:txXfrm>
        <a:off x="46529" y="2703902"/>
        <a:ext cx="2418750" cy="720000"/>
      </dsp:txXfrm>
    </dsp:sp>
    <dsp:sp modelId="{4A545612-48BC-4720-8EDD-58FE7F0347A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E0630-D83E-43EC-AF4F-8D77AABC479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2A7CE-B415-450A-A6AF-A4F07C29B1D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Revenue is lost during peak periods due to delayed staffing and Inventory decisions</a:t>
          </a:r>
          <a:endParaRPr lang="en-US" sz="1200" kern="1200"/>
        </a:p>
      </dsp:txBody>
      <dsp:txXfrm>
        <a:off x="2888560" y="2703902"/>
        <a:ext cx="2418750" cy="720000"/>
      </dsp:txXfrm>
    </dsp:sp>
    <dsp:sp modelId="{E0EC5B8B-A666-4E42-8015-0FEBA6C2F3A3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849F0-A4D8-47E4-99BA-E50C75FD4FD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4F387-6317-4EEF-8565-A44A8742431D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 dirty="0"/>
            <a:t>Decision-making remains reactive, increasing risk and operational inefficiency</a:t>
          </a:r>
          <a:endParaRPr lang="en-US" sz="1200" kern="1200" dirty="0"/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649DA-DC92-462A-AC20-748C61DF5645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C138F-F50B-4253-A894-674CC670209C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CE5DB-32EF-4D40-8603-3DEDCBEAB59A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Enable proactive data-driven retail operation by accurately forecasting demand at the store-department level allowing the business to anticipate sales spikes optimize staffing and inventory decisions, and maximize revenue and profit during peak and holiday periods.</a:t>
          </a:r>
          <a:endParaRPr lang="en-US" sz="1600" kern="1200"/>
        </a:p>
      </dsp:txBody>
      <dsp:txXfrm>
        <a:off x="1509882" y="708097"/>
        <a:ext cx="6376817" cy="1307257"/>
      </dsp:txXfrm>
    </dsp:sp>
    <dsp:sp modelId="{6635A1C2-61A8-46D2-B5CA-A61ACD064AC6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013B2-30C7-474B-8C75-E8C11EBB1487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321C9-4E7A-41CB-9302-AE06A7D80011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Forecast accuracy improvements, lost sales reduction, reactive action reduction, forecast adoption rate.</a:t>
          </a:r>
          <a:endParaRPr lang="en-US" sz="1600" kern="1200"/>
        </a:p>
      </dsp:txBody>
      <dsp:txXfrm>
        <a:off x="1509882" y="2342169"/>
        <a:ext cx="6376817" cy="13072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79C28-AEAA-480B-9C0C-F4EC29F12203}">
      <dsp:nvSpPr>
        <dsp:cNvPr id="0" name=""/>
        <dsp:cNvSpPr/>
      </dsp:nvSpPr>
      <dsp:spPr>
        <a:xfrm>
          <a:off x="1118728" y="431"/>
          <a:ext cx="2837340" cy="17024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Forecast Accuracy requirements: 85% or above</a:t>
          </a:r>
          <a:endParaRPr lang="en-US" sz="2100" kern="1200"/>
        </a:p>
      </dsp:txBody>
      <dsp:txXfrm>
        <a:off x="1118728" y="431"/>
        <a:ext cx="2837340" cy="1702404"/>
      </dsp:txXfrm>
    </dsp:sp>
    <dsp:sp modelId="{E30B2E64-49EC-4111-8A55-BAB4FA20BA50}">
      <dsp:nvSpPr>
        <dsp:cNvPr id="0" name=""/>
        <dsp:cNvSpPr/>
      </dsp:nvSpPr>
      <dsp:spPr>
        <a:xfrm>
          <a:off x="4239802" y="431"/>
          <a:ext cx="2837340" cy="17024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Metric of evaluation: MAPE (Mean Average Precision Error)</a:t>
          </a:r>
          <a:endParaRPr lang="en-US" sz="2100" kern="1200"/>
        </a:p>
      </dsp:txBody>
      <dsp:txXfrm>
        <a:off x="4239802" y="431"/>
        <a:ext cx="2837340" cy="1702404"/>
      </dsp:txXfrm>
    </dsp:sp>
    <dsp:sp modelId="{7A321A5B-60F7-4943-8E12-D24DD946923D}">
      <dsp:nvSpPr>
        <dsp:cNvPr id="0" name=""/>
        <dsp:cNvSpPr/>
      </dsp:nvSpPr>
      <dsp:spPr>
        <a:xfrm>
          <a:off x="1118728" y="1986569"/>
          <a:ext cx="2837340" cy="17024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Lost Sales reduction: Decrease lost sales during peak periods by 15 to 20%</a:t>
          </a:r>
          <a:endParaRPr lang="en-US" sz="2100" kern="1200" dirty="0"/>
        </a:p>
      </dsp:txBody>
      <dsp:txXfrm>
        <a:off x="1118728" y="1986569"/>
        <a:ext cx="2837340" cy="1702404"/>
      </dsp:txXfrm>
    </dsp:sp>
    <dsp:sp modelId="{F31B60C0-8E5B-4462-9A44-1DCB71DA15BA}">
      <dsp:nvSpPr>
        <dsp:cNvPr id="0" name=""/>
        <dsp:cNvSpPr/>
      </dsp:nvSpPr>
      <dsp:spPr>
        <a:xfrm>
          <a:off x="4239802" y="1986569"/>
          <a:ext cx="2837340" cy="17024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Reaction Decision reduction: reduce last-minute operational decision makings by 15%</a:t>
          </a:r>
          <a:endParaRPr lang="en-US" sz="2100" kern="1200"/>
        </a:p>
      </dsp:txBody>
      <dsp:txXfrm>
        <a:off x="4239802" y="1986569"/>
        <a:ext cx="2837340" cy="17024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4CA92-18DC-496C-BC0E-66B7FDDACF35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18CE3-DAF0-4CB4-B1E1-A1D8E544EAAA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Focus on store and department level demand forecasting for peak periods, promotional events and holidays.</a:t>
          </a:r>
          <a:endParaRPr lang="en-US" sz="2300" kern="1200" dirty="0"/>
        </a:p>
      </dsp:txBody>
      <dsp:txXfrm>
        <a:off x="456496" y="980400"/>
        <a:ext cx="3381034" cy="2099279"/>
      </dsp:txXfrm>
    </dsp:sp>
    <dsp:sp modelId="{C5AAE355-491C-4757-98A9-9B0C5778492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6E4B6-43B8-45D3-99FB-316B480D3D4F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Constraints: Limited historical data of previous 3 years in all stores.</a:t>
          </a:r>
          <a:endParaRPr lang="en-US" sz="2300" kern="1200" dirty="0"/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77546-9921-45F5-B267-37ADFCC513A3}">
      <dsp:nvSpPr>
        <dsp:cNvPr id="0" name=""/>
        <dsp:cNvSpPr/>
      </dsp:nvSpPr>
      <dsp:spPr>
        <a:xfrm>
          <a:off x="18535" y="1556340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B68C2-BD69-48AF-B0F4-319A3287ACCF}">
      <dsp:nvSpPr>
        <dsp:cNvPr id="0" name=""/>
        <dsp:cNvSpPr/>
      </dsp:nvSpPr>
      <dsp:spPr>
        <a:xfrm>
          <a:off x="245361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3AEDD-5B5E-46F3-AA01-15DDDA4775E0}">
      <dsp:nvSpPr>
        <dsp:cNvPr id="0" name=""/>
        <dsp:cNvSpPr/>
      </dsp:nvSpPr>
      <dsp:spPr>
        <a:xfrm>
          <a:off x="1330115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Data Cleaning &amp; Transformation: </a:t>
          </a:r>
          <a:r>
            <a:rPr lang="en-US" sz="1200" kern="1200"/>
            <a:t>Standardized column names and data types, handled missing and inconsistent records using SQL and Python, and prepared clean, analysis-ready tables.</a:t>
          </a:r>
        </a:p>
      </dsp:txBody>
      <dsp:txXfrm>
        <a:off x="1330115" y="1556340"/>
        <a:ext cx="2546008" cy="1080124"/>
      </dsp:txXfrm>
    </dsp:sp>
    <dsp:sp modelId="{20439433-6D47-4D1C-925E-ECB7C74D6C0D}">
      <dsp:nvSpPr>
        <dsp:cNvPr id="0" name=""/>
        <dsp:cNvSpPr/>
      </dsp:nvSpPr>
      <dsp:spPr>
        <a:xfrm>
          <a:off x="4319746" y="1556340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5A304-7A95-4674-B4DE-14A481C010E2}">
      <dsp:nvSpPr>
        <dsp:cNvPr id="0" name=""/>
        <dsp:cNvSpPr/>
      </dsp:nvSpPr>
      <dsp:spPr>
        <a:xfrm>
          <a:off x="4546573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38F01-B93B-48C2-B4FB-6640D188052A}">
      <dsp:nvSpPr>
        <dsp:cNvPr id="0" name=""/>
        <dsp:cNvSpPr/>
      </dsp:nvSpPr>
      <dsp:spPr>
        <a:xfrm>
          <a:off x="5631327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EDA:</a:t>
          </a:r>
          <a:r>
            <a:rPr lang="en-US" sz="1200" kern="1200"/>
            <a:t>Analyzed trends, seasonality, and anomalies using Python (Pandas, Matplotlib, Seaborn) to identify key demand drivers and guide feature engineering.</a:t>
          </a:r>
        </a:p>
      </dsp:txBody>
      <dsp:txXfrm>
        <a:off x="5631327" y="1556340"/>
        <a:ext cx="2546008" cy="1080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3B1C9-C148-48EF-B890-E326C46E0190}">
      <dsp:nvSpPr>
        <dsp:cNvPr id="0" name=""/>
        <dsp:cNvSpPr/>
      </dsp:nvSpPr>
      <dsp:spPr>
        <a:xfrm>
          <a:off x="18535" y="1556340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0F8DB1-1328-4BCB-A5AE-A2DB82DDB62A}">
      <dsp:nvSpPr>
        <dsp:cNvPr id="0" name=""/>
        <dsp:cNvSpPr/>
      </dsp:nvSpPr>
      <dsp:spPr>
        <a:xfrm>
          <a:off x="245361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5DC26-97AF-42AD-980B-F679A003FAD7}">
      <dsp:nvSpPr>
        <dsp:cNvPr id="0" name=""/>
        <dsp:cNvSpPr/>
      </dsp:nvSpPr>
      <dsp:spPr>
        <a:xfrm>
          <a:off x="1330115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Feature Engineering &amp; Aggregation: </a:t>
          </a:r>
          <a:r>
            <a:rPr lang="en-US" sz="1100" kern="1200"/>
            <a:t>Engineered derived metrics and weekly/monthly aggregates in SQL, storing transformed feature tables in PostgreSQL for forecasting.</a:t>
          </a:r>
        </a:p>
      </dsp:txBody>
      <dsp:txXfrm>
        <a:off x="1330115" y="1556340"/>
        <a:ext cx="2546008" cy="1080124"/>
      </dsp:txXfrm>
    </dsp:sp>
    <dsp:sp modelId="{09347AD6-4858-4A50-A5C5-7828A595AE55}">
      <dsp:nvSpPr>
        <dsp:cNvPr id="0" name=""/>
        <dsp:cNvSpPr/>
      </dsp:nvSpPr>
      <dsp:spPr>
        <a:xfrm>
          <a:off x="4319746" y="1556340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D938C-E5FE-4C4B-8A11-C69454F92C82}">
      <dsp:nvSpPr>
        <dsp:cNvPr id="0" name=""/>
        <dsp:cNvSpPr/>
      </dsp:nvSpPr>
      <dsp:spPr>
        <a:xfrm>
          <a:off x="4546573" y="1783166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0460C-57D7-4926-9C24-4CD024AEC759}">
      <dsp:nvSpPr>
        <dsp:cNvPr id="0" name=""/>
        <dsp:cNvSpPr/>
      </dsp:nvSpPr>
      <dsp:spPr>
        <a:xfrm>
          <a:off x="5631327" y="155634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Forecasting &amp; Analysis Preparation:</a:t>
          </a:r>
          <a:br>
            <a:rPr lang="en-US" sz="1100" kern="1200" dirty="0"/>
          </a:br>
          <a:r>
            <a:rPr lang="en-US" sz="1100" kern="1200" dirty="0"/>
            <a:t>Prepared SQL-derived datasets for Python-based forecasting models, implemented train/validation/test splits, and automated feature refresh workflows.</a:t>
          </a:r>
        </a:p>
      </dsp:txBody>
      <dsp:txXfrm>
        <a:off x="5631327" y="1556340"/>
        <a:ext cx="2546008" cy="10801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30C88-82A1-434C-995E-541B93CEF61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9583D-9AE3-48CE-8AFF-AB49AEE24E66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Reporting &amp; Visualization:  Designed dashboards in Tableau, Power BI, or Streamlit connected to PostgreSQL and automated summary exports for management and operations teams</a:t>
          </a:r>
          <a:endParaRPr lang="en-US" sz="1100" kern="1200"/>
        </a:p>
      </dsp:txBody>
      <dsp:txXfrm>
        <a:off x="85060" y="2776702"/>
        <a:ext cx="3690000" cy="720000"/>
      </dsp:txXfrm>
    </dsp:sp>
    <dsp:sp modelId="{A9C6F5D6-DCA2-4256-BC9A-A7FF880D87AD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D76D2-C403-413D-8B59-AC8C74315B2C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Documentations &amp; Governance: Documented database schemas, ETL pipelines, validation checks, and EDA insights to ensure transparency, reproducibility, and future scalability.</a:t>
          </a:r>
          <a:endParaRPr lang="en-US" sz="1100" kern="1200"/>
        </a:p>
      </dsp:txBody>
      <dsp:txXfrm>
        <a:off x="4420810" y="2776702"/>
        <a:ext cx="369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DEFB7-FE95-4636-AA8A-D202B9D53790}">
      <dsp:nvSpPr>
        <dsp:cNvPr id="0" name=""/>
        <dsp:cNvSpPr/>
      </dsp:nvSpPr>
      <dsp:spPr>
        <a:xfrm>
          <a:off x="0" y="72535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Trained models per store-department combination</a:t>
          </a:r>
        </a:p>
      </dsp:txBody>
      <dsp:txXfrm>
        <a:off x="62141" y="787500"/>
        <a:ext cx="4875842" cy="1148678"/>
      </dsp:txXfrm>
    </dsp:sp>
    <dsp:sp modelId="{78B073BA-5975-40A5-AB5E-BA77AACF9FFC}">
      <dsp:nvSpPr>
        <dsp:cNvPr id="0" name=""/>
        <dsp:cNvSpPr/>
      </dsp:nvSpPr>
      <dsp:spPr>
        <a:xfrm>
          <a:off x="0" y="212980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Gradient Boosting emerged as top-performing model</a:t>
          </a:r>
        </a:p>
      </dsp:txBody>
      <dsp:txXfrm>
        <a:off x="62141" y="2191950"/>
        <a:ext cx="4875842" cy="1148678"/>
      </dsp:txXfrm>
    </dsp:sp>
    <dsp:sp modelId="{CD09B9D6-426E-4AF7-8196-F958B6BF8008}">
      <dsp:nvSpPr>
        <dsp:cNvPr id="0" name=""/>
        <dsp:cNvSpPr/>
      </dsp:nvSpPr>
      <dsp:spPr>
        <a:xfrm>
          <a:off x="0" y="345560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Hyperparameter tuning focused on stability</a:t>
          </a:r>
        </a:p>
      </dsp:txBody>
      <dsp:txXfrm>
        <a:off x="62141" y="3517741"/>
        <a:ext cx="4875842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F2716-B5B6-4497-98A3-D35AE7E6ACC0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E9101B-B755-486E-A08B-128AC90B05FD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Significant error reduction vs naïve baseline</a:t>
          </a:r>
        </a:p>
      </dsp:txBody>
      <dsp:txXfrm>
        <a:off x="0" y="2663"/>
        <a:ext cx="5000124" cy="1816197"/>
      </dsp:txXfrm>
    </dsp:sp>
    <dsp:sp modelId="{9FC93807-A730-46BD-ADE9-B82B5C2C3824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1B9548-A2EA-4786-AA64-04CAA09F897A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Consistent performance on high-volume departments</a:t>
          </a:r>
        </a:p>
      </dsp:txBody>
      <dsp:txXfrm>
        <a:off x="0" y="1818861"/>
        <a:ext cx="5000124" cy="1816197"/>
      </dsp:txXfrm>
    </dsp:sp>
    <dsp:sp modelId="{1AC415A7-59D7-467B-AB7B-7AFF2A790AED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C5C066-9D2C-4049-B101-7DAE69032051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Lower variance during peak holiday periods</a:t>
          </a:r>
        </a:p>
      </dsp:txBody>
      <dsp:txXfrm>
        <a:off x="0" y="3635058"/>
        <a:ext cx="5000124" cy="18161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EA4CB-ED89-4987-9A51-0BE3A53745A3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Weekly batch forecasting aligned with business cadence</a:t>
          </a:r>
        </a:p>
      </dsp:txBody>
      <dsp:txXfrm>
        <a:off x="83216" y="163860"/>
        <a:ext cx="4833692" cy="1538258"/>
      </dsp:txXfrm>
    </dsp:sp>
    <dsp:sp modelId="{5DE3EE7E-93A2-4BB1-AE8C-974A5D702E09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Automated retraining pipeline</a:t>
          </a:r>
        </a:p>
      </dsp:txBody>
      <dsp:txXfrm>
        <a:off x="83216" y="1957830"/>
        <a:ext cx="4833692" cy="1538258"/>
      </dsp:txXfrm>
    </dsp:sp>
    <dsp:sp modelId="{0BCEAA1A-5E29-4257-917B-F055DAA82D90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Centralized forecast storage for downstream systems</a:t>
          </a:r>
        </a:p>
      </dsp:txBody>
      <dsp:txXfrm>
        <a:off x="83216" y="3751801"/>
        <a:ext cx="4833692" cy="15382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08CA6-A777-429F-AFFB-248ED216226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71FF-77C2-45B2-AF49-38B64EB0ED2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D0932-119B-4656-B461-8588876A8B77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Reduced overstock and stock-out risk</a:t>
          </a:r>
        </a:p>
      </dsp:txBody>
      <dsp:txXfrm>
        <a:off x="46529" y="2703902"/>
        <a:ext cx="2418750" cy="720000"/>
      </dsp:txXfrm>
    </dsp:sp>
    <dsp:sp modelId="{1CDDD7C7-58F3-4AF6-8947-FD6D9ABA965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2B226-2A31-418B-9E2B-0CFD0F037B53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7219-6AB9-4868-AE13-D55608CB3003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Improved labor and promotion planning</a:t>
          </a:r>
        </a:p>
      </dsp:txBody>
      <dsp:txXfrm>
        <a:off x="2888560" y="2703902"/>
        <a:ext cx="2418750" cy="720000"/>
      </dsp:txXfrm>
    </dsp:sp>
    <dsp:sp modelId="{0663CE29-9015-402D-AB07-10F894415D4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B965C-C4B9-43D1-8DF6-881D5F721085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D57F9-520F-41BC-B2F9-BE634249C03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Framework reusable across regions and time horizons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IN" sz="4200" dirty="0">
                <a:solidFill>
                  <a:srgbClr val="FFFFFF"/>
                </a:solidFill>
              </a:rPr>
              <a:t>Store Sales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</a:rPr>
              <a:t>Business-Driven Time Series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693C3C-EA14-7C89-8285-8C5A6E1F4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5224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Business Goal &amp; KPIs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2E84FEC-B24F-CC01-22EE-BC1E2E520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67669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E4DD1-B88A-8A24-9546-67AAA05F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KPIs &amp; Metrics</a:t>
            </a:r>
            <a:endParaRPr lang="en-IN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77B93D-CE16-4A2B-E0FC-ADEA5BC8F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0213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51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ACC55-D172-D2D1-E805-C1F53D8A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Project Scope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791A867-19BD-007B-F3E0-A8AD08A70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88972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559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DBF4BC13-91F3-9958-857E-5AE83EA7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04" r="48815" b="-446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 dirty="0"/>
              <a:t>Design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 b="1"/>
              <a:t>Data Acquisition &amp; Storage:</a:t>
            </a:r>
            <a:r>
              <a:rPr lang="en-US" sz="1700"/>
              <a:t>Ingested historical sales, store, and product datasets from Kaggle (CSV) and organized them in a structured local repository to ensure version control and reproducibility.</a:t>
            </a:r>
          </a:p>
          <a:p>
            <a:r>
              <a:rPr lang="en-US" sz="1700" b="1"/>
              <a:t>Database Ingestion:</a:t>
            </a:r>
            <a:r>
              <a:rPr lang="en-US" sz="1700"/>
              <a:t>Designed PostgreSQL schemas and tables, loaded CSV data via SQL scripts, and validated ingestion through row counts, null checks, and duplicate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Design Steps</a:t>
            </a:r>
            <a:endParaRPr lang="en-IN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EA814A-C7F9-A25B-6E9B-E3969A185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6980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A9F82-1C0B-F18A-FBD2-5D2ACB38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Design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1F2FE-A4EE-ECDB-0572-3B1D135406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6734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408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D7EB5-7E60-09F2-F99C-DED35A28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Design Steps</a:t>
            </a:r>
            <a:endParaRPr lang="en-IN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94DE19-1197-AF9D-7A4C-E9A8C25F4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4055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80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br>
              <a:rPr lang="en-IN" sz="3500" dirty="0">
                <a:solidFill>
                  <a:srgbClr val="FFFFFF"/>
                </a:solidFill>
              </a:rPr>
            </a:br>
            <a:r>
              <a:rPr lang="en-IN" sz="3500" dirty="0">
                <a:solidFill>
                  <a:srgbClr val="FFFFFF"/>
                </a:solidFill>
              </a:rPr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CBDF34-947F-BD62-247D-41D623964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739715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3DD2F-84DF-B15D-E42C-21CDCF7A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Feature table</a:t>
            </a:r>
            <a:endParaRPr lang="en-IN" sz="35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A3F88A-1204-DDA0-4B83-BAA0B6A960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74922"/>
              </p:ext>
            </p:extLst>
          </p:nvPr>
        </p:nvGraphicFramePr>
        <p:xfrm>
          <a:off x="1424802" y="2573124"/>
          <a:ext cx="6294395" cy="32872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14136">
                  <a:extLst>
                    <a:ext uri="{9D8B030D-6E8A-4147-A177-3AD203B41FA5}">
                      <a16:colId xmlns:a16="http://schemas.microsoft.com/office/drawing/2014/main" val="497731529"/>
                    </a:ext>
                  </a:extLst>
                </a:gridCol>
                <a:gridCol w="1503086">
                  <a:extLst>
                    <a:ext uri="{9D8B030D-6E8A-4147-A177-3AD203B41FA5}">
                      <a16:colId xmlns:a16="http://schemas.microsoft.com/office/drawing/2014/main" val="3006734608"/>
                    </a:ext>
                  </a:extLst>
                </a:gridCol>
                <a:gridCol w="1026836">
                  <a:extLst>
                    <a:ext uri="{9D8B030D-6E8A-4147-A177-3AD203B41FA5}">
                      <a16:colId xmlns:a16="http://schemas.microsoft.com/office/drawing/2014/main" val="988148275"/>
                    </a:ext>
                  </a:extLst>
                </a:gridCol>
                <a:gridCol w="2750337">
                  <a:extLst>
                    <a:ext uri="{9D8B030D-6E8A-4147-A177-3AD203B41FA5}">
                      <a16:colId xmlns:a16="http://schemas.microsoft.com/office/drawing/2014/main" val="2695062625"/>
                    </a:ext>
                  </a:extLst>
                </a:gridCol>
              </a:tblGrid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Feature Category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Feature Name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Time Context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Business Rationale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644067498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Sales (t-1)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1 week lag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short-term demand momentum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4270556590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Sales (t-2)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2 week lag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</a:rPr>
                        <a:t>Accounts for delayed customer behavior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870061414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Sales (t-4)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4 week lag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monthly seasonality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3581318382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Sales (t-12)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12 week lag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annual seasonal patterns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3385457311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Rolling Mean (4 weeks)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Historical window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Smooths weekly demand fluctuations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4222187661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Rolling Mean (12 weeks)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Historical window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medium-term trend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102382871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</a:rPr>
                        <a:t>Rolling Std Dev (4 weeks)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Historical window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Measures short-term volatility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1644638901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Temporal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</a:rPr>
                        <a:t>Rolling Std Dev (12 weeks)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Historical window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Measures long-term demand instability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4025689387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Event-Based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Holiday Flag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Event week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Identifies demand spikes due to holidays</a:t>
                      </a:r>
                      <a:endParaRPr lang="en-US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806992987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Event-Based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Holiday Lead Indicator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1–2 weeks before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pre-holiday demand buildup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3538431777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Event-Based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Holiday Lag Indicator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1–2 weeks after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Captures post-holiday demand decay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861859757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External Driver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CPI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Weekly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</a:rPr>
                        <a:t>Reflects inflation impact on purchasing power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1397126887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External Driver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Fuel Price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Weekly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</a:rPr>
                        <a:t>Proxy for customer mobility &amp; store visits</a:t>
                      </a:r>
                      <a:endParaRPr lang="en-US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856853979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External Driver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Unemployment Rate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Weekly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Indicator of consumer confidence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2674328616"/>
                  </a:ext>
                </a:extLst>
              </a:tr>
              <a:tr h="205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Interaction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Store × Department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Static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Captures localized demand </a:t>
                      </a:r>
                      <a:r>
                        <a:rPr lang="en-IN" sz="900" b="0" u="none" strike="noStrike" dirty="0" err="1">
                          <a:effectLst/>
                        </a:rPr>
                        <a:t>behavior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693" marR="46693" marT="23347" marB="23347" anchor="ctr"/>
                </a:tc>
                <a:extLst>
                  <a:ext uri="{0D108BD9-81ED-4DB2-BD59-A6C34878D82A}">
                    <a16:rowId xmlns:a16="http://schemas.microsoft.com/office/drawing/2014/main" val="963312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77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FCFC8-EF87-C514-335B-7A61B142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Model Development</a:t>
            </a:r>
            <a:endParaRPr lang="en-IN" sz="3500">
              <a:solidFill>
                <a:srgbClr val="FFFFFF"/>
              </a:solidFill>
            </a:endParaRPr>
          </a:p>
        </p:txBody>
      </p:sp>
      <p:sp>
        <p:nvSpPr>
          <p:cNvPr id="50" name="Rectangle 1">
            <a:extLst>
              <a:ext uri="{FF2B5EF4-FFF2-40B4-BE49-F238E27FC236}">
                <a16:creationId xmlns:a16="http://schemas.microsoft.com/office/drawing/2014/main" id="{01446D54-495C-810B-4B82-416C7827FB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7368" y="649480"/>
            <a:ext cx="3646835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Candidate Models: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ARIMA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Captures autoregressive trends and moving averages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SARIMA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Extends ARIMA with seasonal effects (weekly/annual patterns)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Prophet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Handles multiple seasonality, holidays, and trend changes automatically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Modeling Granularity</a:t>
            </a:r>
            <a:r>
              <a:rPr lang="en-US" altLang="en-US" sz="1400"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Forecasting performed at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Store × Department level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capture local demand patterns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Time-series split (train/test by chronological order)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Evaluation Metrics</a:t>
            </a:r>
            <a:r>
              <a:rPr lang="en-US" altLang="en-US" sz="1400">
                <a:latin typeface="Arial" panose="020B0604020202020204" pitchFamily="34" charset="0"/>
              </a:rPr>
              <a:t>: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MAPE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Selection Rationale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Compare candidate models based on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accuracy, stability,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Choose model that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balances predictive performance with interpretability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68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2F50-715C-70B5-E0DC-616F88E0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77045-9599-D1EA-68B4-1B5A1553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945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Evaluation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8C5B52-34D0-C204-C385-BF67862F0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8662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2200" dirty="0">
                <a:solidFill>
                  <a:srgbClr val="FFFFFF"/>
                </a:solidFill>
              </a:rPr>
              <a:t>Operationalization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082A0-6622-671B-A526-40935CEAA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04521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11FF51-7FC9-8E51-2327-6AC8D7DEA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3724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761</Words>
  <Application>Microsoft Office PowerPoint</Application>
  <PresentationFormat>On-screen Show 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Store Sales Forecasting</vt:lpstr>
      <vt:lpstr>Business Problem</vt:lpstr>
      <vt:lpstr>Business Goal &amp; KPIs</vt:lpstr>
      <vt:lpstr>KPIs &amp; Metrics</vt:lpstr>
      <vt:lpstr>Project Scope</vt:lpstr>
      <vt:lpstr>Design Steps</vt:lpstr>
      <vt:lpstr>Design Steps</vt:lpstr>
      <vt:lpstr>Design Steps</vt:lpstr>
      <vt:lpstr>Design Steps</vt:lpstr>
      <vt:lpstr> Feature Engineering</vt:lpstr>
      <vt:lpstr>Feature table</vt:lpstr>
      <vt:lpstr>Model Development</vt:lpstr>
      <vt:lpstr>PowerPoint Presentation</vt:lpstr>
      <vt:lpstr>Evaluation Results</vt:lpstr>
      <vt:lpstr>Operationalization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Aadit Baldha</cp:lastModifiedBy>
  <cp:revision>3</cp:revision>
  <dcterms:created xsi:type="dcterms:W3CDTF">2013-01-27T09:14:16Z</dcterms:created>
  <dcterms:modified xsi:type="dcterms:W3CDTF">2026-01-05T20:03:49Z</dcterms:modified>
  <cp:category/>
</cp:coreProperties>
</file>